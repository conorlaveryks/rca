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7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3.xml" ContentType="application/vnd.openxmlformats-officedocument.presentationml.slid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4.xml" ContentType="application/vnd.openxmlformats-officedocument.presentationml.slide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8" r:id="rId4"/>
  </p:sldMasterIdLst>
  <p:sldIdLst>
    <p:sldId id="256" r:id="rId14"/>
    <p:sldId id="257" r:id="rId15"/>
    <p:sldId id="258" r:id="rId16"/>
    <p:sldId id="259" r:id="rId17"/>
    <p:sldId id="260" r:id="rId18"/>
    <p:sldId id="261" r:id="rId19"/>
    <p:sldId id="262" r:id="rId20"/>
  </p:sldIdLst>
  <p:sldSz cy="6858000" cx="121917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
<Relationships xmlns="http://schemas.openxmlformats.org/package/2006/relationships"><Relationship Id="rId18" Type="http://schemas.openxmlformats.org/officeDocument/2006/relationships/slide" Target="slides/slide5.xml"/><Relationship Id="rId3" Type="http://schemas.openxmlformats.org/officeDocument/2006/relationships/presProps" Target="presProps.xml"/><Relationship Id="rId21" Type="http://schemas.openxmlformats.org/officeDocument/2006/relationships/customXml" Target="../customXml/item1.xml"/><Relationship Id="rId17" Type="http://schemas.openxmlformats.org/officeDocument/2006/relationships/slide" Target="slides/slide4.xml"/><Relationship Id="rId16" Type="http://schemas.openxmlformats.org/officeDocument/2006/relationships/slide" Target="slides/slide3.xml"/><Relationship Id="rId20" Type="http://schemas.openxmlformats.org/officeDocument/2006/relationships/slide" Target="slides/slide7.xml"/><Relationship Id="rId1" Type="http://schemas.openxmlformats.org/officeDocument/2006/relationships/theme" Target="theme/theme1.xml"/><Relationship Id="rId15" Type="http://schemas.openxmlformats.org/officeDocument/2006/relationships/slide" Target="slides/slide2.xml"/><Relationship Id="rId23" Type="http://schemas.openxmlformats.org/officeDocument/2006/relationships/customXml" Target="../customXml/item3.xml"/><Relationship Id="rId19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14" Type="http://schemas.openxmlformats.org/officeDocument/2006/relationships/slide" Target="slides/slide1.xml"/><Relationship Id="rId22" Type="http://schemas.openxmlformats.org/officeDocument/2006/relationships/customXml" Target="../customXml/item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2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7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6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Dia - 1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oogle Shape;12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84"/>
            <a:ext cx="12191702" cy="6857833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7325" y="5672700"/>
            <a:ext cx="2467549" cy="375925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2"/>
          <p:cNvSpPr txBox="1"/>
          <p:nvPr>
            <p:ph type="title"/>
          </p:nvPr>
        </p:nvSpPr>
        <p:spPr>
          <a:xfrm>
            <a:off x="797325" y="813650"/>
            <a:ext cx="5148300" cy="1167600"/>
          </a:xfrm>
          <a:prstGeom prst="rect">
            <a:avLst/>
          </a:prstGeom>
        </p:spPr>
        <p:txBody>
          <a:bodyPr anchorCtr="0" anchor="t" bIns="121950" lIns="121950" spcFirstLastPara="1" rIns="121950" wrap="square" tIns="121950">
            <a:norm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Lexend Deca Medium"/>
              <a:buNone/>
              <a:defRPr sz="4000">
                <a:solidFill>
                  <a:schemeClr val="lt1"/>
                </a:solidFill>
                <a:latin typeface="Lexend Deca Medium"/>
                <a:ea typeface="Lexend Deca Medium"/>
                <a:cs typeface="Lexend Deca Medium"/>
                <a:sym typeface="Lexend Deca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2" type="title"/>
          </p:nvPr>
        </p:nvSpPr>
        <p:spPr>
          <a:xfrm>
            <a:off x="835425" y="576900"/>
            <a:ext cx="5148300" cy="304200"/>
          </a:xfrm>
          <a:prstGeom prst="rect">
            <a:avLst/>
          </a:prstGeom>
        </p:spPr>
        <p:txBody>
          <a:bodyPr anchorCtr="0" anchor="t" bIns="121950" lIns="121950" spcFirstLastPara="1" rIns="121950" wrap="square" tIns="12195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exend Deca"/>
              <a:buNone/>
              <a:defRPr sz="1100">
                <a:solidFill>
                  <a:schemeClr val="lt1"/>
                </a:solidFill>
                <a:latin typeface="Lexend Deca"/>
                <a:ea typeface="Lexend Deca"/>
                <a:cs typeface="Lexend Deca"/>
                <a:sym typeface="Lexend Dec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3" type="title"/>
          </p:nvPr>
        </p:nvSpPr>
        <p:spPr>
          <a:xfrm>
            <a:off x="8857675" y="5534025"/>
            <a:ext cx="2467500" cy="514500"/>
          </a:xfrm>
          <a:prstGeom prst="rect">
            <a:avLst/>
          </a:prstGeom>
        </p:spPr>
        <p:txBody>
          <a:bodyPr anchorCtr="0" anchor="t" bIns="121950" lIns="121950" spcFirstLastPara="1" rIns="121950" wrap="square" tIns="12195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oboto Slab"/>
              <a:buNone/>
              <a:defRPr sz="1400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4" type="title"/>
          </p:nvPr>
        </p:nvSpPr>
        <p:spPr>
          <a:xfrm>
            <a:off x="790575" y="2266950"/>
            <a:ext cx="3386100" cy="1167600"/>
          </a:xfrm>
          <a:prstGeom prst="rect">
            <a:avLst/>
          </a:prstGeom>
        </p:spPr>
        <p:txBody>
          <a:bodyPr anchorCtr="0" anchor="t" bIns="121950" lIns="121950" spcFirstLastPara="1" rIns="121950" wrap="square" tIns="1219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Lexend Deca Medium"/>
              <a:buNone/>
              <a:defRPr sz="1600">
                <a:solidFill>
                  <a:schemeClr val="lt1"/>
                </a:solidFill>
                <a:latin typeface="Lexend Deca Medium"/>
                <a:ea typeface="Lexend Deca Medium"/>
                <a:cs typeface="Lexend Deca Medium"/>
                <a:sym typeface="Lexend Dec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11341125" y="205375"/>
            <a:ext cx="850800" cy="525000"/>
          </a:xfrm>
          <a:prstGeom prst="rect">
            <a:avLst/>
          </a:prstGeom>
        </p:spPr>
        <p:txBody>
          <a:bodyPr anchorCtr="0" anchor="ctr" bIns="121950" lIns="121950" spcFirstLastPara="1" rIns="121950" wrap="square" tIns="121950">
            <a:normAutofit/>
          </a:bodyPr>
          <a:lstStyle>
            <a:lvl1pPr lvl="0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1pPr>
            <a:lvl2pPr lvl="1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2pPr>
            <a:lvl3pPr lvl="2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3pPr>
            <a:lvl4pPr lvl="3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4pPr>
            <a:lvl5pPr lvl="4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5pPr>
            <a:lvl6pPr lvl="5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6pPr>
            <a:lvl7pPr lvl="6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7pPr>
            <a:lvl8pPr lvl="7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8pPr>
            <a:lvl9pPr lvl="8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‹#›</a:t>
            </a:fld>
            <a:endParaRPr/>
          </a:p>
        </p:txBody>
      </p:sp>
      <p:sp>
        <p:nvSpPr>
          <p:cNvPr id="19" name="Google Shape;19;p2"/>
          <p:cNvSpPr/>
          <p:nvPr>
            <p:ph idx="5" type="pic"/>
          </p:nvPr>
        </p:nvSpPr>
        <p:spPr>
          <a:xfrm>
            <a:off x="6115050" y="800100"/>
            <a:ext cx="5257800" cy="5257800"/>
          </a:xfrm>
          <a:prstGeom prst="ellipse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Intro + 2 columns - Green 1">
  <p:cSld name="TITLE_AND_BODY_1_1_2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Google Shape;21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6275" y="84"/>
            <a:ext cx="12191702" cy="6857833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22;p3"/>
          <p:cNvSpPr/>
          <p:nvPr/>
        </p:nvSpPr>
        <p:spPr>
          <a:xfrm>
            <a:off x="-6275" y="0"/>
            <a:ext cx="12191700" cy="6858000"/>
          </a:xfrm>
          <a:prstGeom prst="rect">
            <a:avLst/>
          </a:prstGeom>
          <a:solidFill>
            <a:srgbClr val="00D0A5">
              <a:alpha val="238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3"/>
          <p:cNvSpPr txBox="1"/>
          <p:nvPr>
            <p:ph idx="12" type="sldNum"/>
          </p:nvPr>
        </p:nvSpPr>
        <p:spPr>
          <a:xfrm>
            <a:off x="11341125" y="205375"/>
            <a:ext cx="850800" cy="525000"/>
          </a:xfrm>
          <a:prstGeom prst="rect">
            <a:avLst/>
          </a:prstGeom>
        </p:spPr>
        <p:txBody>
          <a:bodyPr anchorCtr="0" anchor="ctr" bIns="121950" lIns="121950" spcFirstLastPara="1" rIns="121950" wrap="square" tIns="121950">
            <a:normAutofit/>
          </a:bodyPr>
          <a:lstStyle>
            <a:lvl1pPr lvl="0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1pPr>
            <a:lvl2pPr lvl="1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2pPr>
            <a:lvl3pPr lvl="2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3pPr>
            <a:lvl4pPr lvl="3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4pPr>
            <a:lvl5pPr lvl="4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5pPr>
            <a:lvl6pPr lvl="5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6pPr>
            <a:lvl7pPr lvl="6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7pPr>
            <a:lvl8pPr lvl="7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8pPr>
            <a:lvl9pPr lvl="8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‹#›</a:t>
            </a:fld>
            <a:endParaRPr/>
          </a:p>
        </p:txBody>
      </p:sp>
      <p:sp>
        <p:nvSpPr>
          <p:cNvPr id="24" name="Google Shape;24;p3"/>
          <p:cNvSpPr/>
          <p:nvPr/>
        </p:nvSpPr>
        <p:spPr>
          <a:xfrm>
            <a:off x="0" y="-71300"/>
            <a:ext cx="12191700" cy="6929400"/>
          </a:xfrm>
          <a:prstGeom prst="rect">
            <a:avLst/>
          </a:prstGeom>
          <a:solidFill>
            <a:srgbClr val="00D0A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5" name="Google Shape;25;p3"/>
          <p:cNvCxnSpPr/>
          <p:nvPr/>
        </p:nvCxnSpPr>
        <p:spPr>
          <a:xfrm>
            <a:off x="795338" y="1451050"/>
            <a:ext cx="1956000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" name="Google Shape;26;p3"/>
          <p:cNvCxnSpPr/>
          <p:nvPr/>
        </p:nvCxnSpPr>
        <p:spPr>
          <a:xfrm>
            <a:off x="3075825" y="1451050"/>
            <a:ext cx="3353400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7" name="Google Shape;27;p3"/>
          <p:cNvSpPr txBox="1"/>
          <p:nvPr/>
        </p:nvSpPr>
        <p:spPr>
          <a:xfrm>
            <a:off x="4100753" y="1502700"/>
            <a:ext cx="2814600" cy="28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latin typeface="Lexend Deca"/>
              <a:ea typeface="Lexend Deca"/>
              <a:cs typeface="Lexend Deca"/>
              <a:sym typeface="Lexend Dec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latin typeface="Lexend Deca"/>
              <a:ea typeface="Lexend Deca"/>
              <a:cs typeface="Lexend Deca"/>
              <a:sym typeface="Lexend Dec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latin typeface="Lexend Deca"/>
              <a:ea typeface="Lexend Deca"/>
              <a:cs typeface="Lexend Deca"/>
              <a:sym typeface="Lexend Deca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Lexend Deca"/>
              <a:ea typeface="Lexend Deca"/>
              <a:cs typeface="Lexend Deca"/>
              <a:sym typeface="Lexend Deca"/>
            </a:endParaRPr>
          </a:p>
        </p:txBody>
      </p:sp>
      <p:sp>
        <p:nvSpPr>
          <p:cNvPr id="28" name="Google Shape;28;p3"/>
          <p:cNvSpPr txBox="1"/>
          <p:nvPr/>
        </p:nvSpPr>
        <p:spPr>
          <a:xfrm>
            <a:off x="4239000" y="4770650"/>
            <a:ext cx="3645300" cy="96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Lexend Deca SemiBold"/>
              <a:ea typeface="Lexend Deca SemiBold"/>
              <a:cs typeface="Lexend Deca SemiBold"/>
              <a:sym typeface="Lexend Deca SemiBold"/>
            </a:endParaRPr>
          </a:p>
        </p:txBody>
      </p:sp>
      <p:sp>
        <p:nvSpPr>
          <p:cNvPr id="29" name="Google Shape;29;p3"/>
          <p:cNvSpPr txBox="1"/>
          <p:nvPr>
            <p:ph type="title"/>
          </p:nvPr>
        </p:nvSpPr>
        <p:spPr>
          <a:xfrm>
            <a:off x="699932" y="198578"/>
            <a:ext cx="7119600" cy="763800"/>
          </a:xfrm>
          <a:prstGeom prst="rect">
            <a:avLst/>
          </a:prstGeom>
        </p:spPr>
        <p:txBody>
          <a:bodyPr anchorCtr="0" anchor="t" bIns="121950" lIns="121950" spcFirstLastPara="1" rIns="121950" wrap="square" tIns="12195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750"/>
              <a:buFont typeface="Lexend Deca"/>
              <a:buNone/>
              <a:defRPr sz="3750">
                <a:latin typeface="Lexend Deca"/>
                <a:ea typeface="Lexend Deca"/>
                <a:cs typeface="Lexend Deca"/>
                <a:sym typeface="Lexend Dec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50"/>
              <a:buNone/>
              <a:defRPr sz="950"/>
            </a:lvl2pPr>
            <a:lvl3pPr lvl="2" rtl="0">
              <a:spcBef>
                <a:spcPts val="0"/>
              </a:spcBef>
              <a:spcAft>
                <a:spcPts val="0"/>
              </a:spcAft>
              <a:buSzPts val="950"/>
              <a:buNone/>
              <a:defRPr sz="950"/>
            </a:lvl3pPr>
            <a:lvl4pPr lvl="3" rtl="0">
              <a:spcBef>
                <a:spcPts val="0"/>
              </a:spcBef>
              <a:spcAft>
                <a:spcPts val="0"/>
              </a:spcAft>
              <a:buSzPts val="950"/>
              <a:buNone/>
              <a:defRPr sz="950"/>
            </a:lvl4pPr>
            <a:lvl5pPr lvl="4" rtl="0">
              <a:spcBef>
                <a:spcPts val="0"/>
              </a:spcBef>
              <a:spcAft>
                <a:spcPts val="0"/>
              </a:spcAft>
              <a:buSzPts val="950"/>
              <a:buNone/>
              <a:defRPr sz="950"/>
            </a:lvl5pPr>
            <a:lvl6pPr lvl="5" rtl="0">
              <a:spcBef>
                <a:spcPts val="0"/>
              </a:spcBef>
              <a:spcAft>
                <a:spcPts val="0"/>
              </a:spcAft>
              <a:buSzPts val="950"/>
              <a:buNone/>
              <a:defRPr sz="950"/>
            </a:lvl6pPr>
            <a:lvl7pPr lvl="6" rtl="0">
              <a:spcBef>
                <a:spcPts val="0"/>
              </a:spcBef>
              <a:spcAft>
                <a:spcPts val="0"/>
              </a:spcAft>
              <a:buSzPts val="950"/>
              <a:buNone/>
              <a:defRPr sz="950"/>
            </a:lvl7pPr>
            <a:lvl8pPr lvl="7" rtl="0">
              <a:spcBef>
                <a:spcPts val="0"/>
              </a:spcBef>
              <a:spcAft>
                <a:spcPts val="0"/>
              </a:spcAft>
              <a:buSzPts val="950"/>
              <a:buNone/>
              <a:defRPr sz="950"/>
            </a:lvl8pPr>
            <a:lvl9pPr lvl="8" rtl="0">
              <a:spcBef>
                <a:spcPts val="0"/>
              </a:spcBef>
              <a:spcAft>
                <a:spcPts val="0"/>
              </a:spcAft>
              <a:buSzPts val="950"/>
              <a:buNone/>
              <a:defRPr sz="950"/>
            </a:lvl9pPr>
          </a:lstStyle>
          <a:p/>
        </p:txBody>
      </p:sp>
      <p:sp>
        <p:nvSpPr>
          <p:cNvPr id="30" name="Google Shape;30;p3"/>
          <p:cNvSpPr txBox="1"/>
          <p:nvPr>
            <p:ph idx="2" type="title"/>
          </p:nvPr>
        </p:nvSpPr>
        <p:spPr>
          <a:xfrm>
            <a:off x="795350" y="1657200"/>
            <a:ext cx="2199300" cy="3543600"/>
          </a:xfrm>
          <a:prstGeom prst="rect">
            <a:avLst/>
          </a:prstGeom>
        </p:spPr>
        <p:txBody>
          <a:bodyPr anchorCtr="0" anchor="t" bIns="121950" lIns="121950" spcFirstLastPara="1" rIns="121950" wrap="square" tIns="12195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Font typeface="Lexend Deca"/>
              <a:buNone/>
              <a:defRPr sz="1500">
                <a:latin typeface="Lexend Deca"/>
                <a:ea typeface="Lexend Deca"/>
                <a:cs typeface="Lexend Deca"/>
                <a:sym typeface="Lexend Dec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3pPr>
            <a:lvl4pPr lvl="3" rtl="0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4pPr>
            <a:lvl5pPr lvl="4" rtl="0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5pPr>
            <a:lvl6pPr lvl="5" rtl="0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6pPr>
            <a:lvl7pPr lvl="6" rtl="0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7pPr>
            <a:lvl8pPr lvl="7" rtl="0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8pPr>
            <a:lvl9pPr lvl="8" rtl="0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9pPr>
          </a:lstStyle>
          <a:p/>
        </p:txBody>
      </p:sp>
      <p:sp>
        <p:nvSpPr>
          <p:cNvPr id="31" name="Google Shape;31;p3"/>
          <p:cNvSpPr txBox="1"/>
          <p:nvPr>
            <p:ph idx="3" type="title"/>
          </p:nvPr>
        </p:nvSpPr>
        <p:spPr>
          <a:xfrm>
            <a:off x="3075900" y="1741475"/>
            <a:ext cx="3353400" cy="3996600"/>
          </a:xfrm>
          <a:prstGeom prst="rect">
            <a:avLst/>
          </a:prstGeom>
        </p:spPr>
        <p:txBody>
          <a:bodyPr anchorCtr="0" anchor="t" bIns="121950" lIns="121950" spcFirstLastPara="1" rIns="121950" wrap="square" tIns="12195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100"/>
              <a:buFont typeface="Lexend Deca"/>
              <a:buNone/>
              <a:defRPr sz="1100">
                <a:latin typeface="Lexend Deca"/>
                <a:ea typeface="Lexend Deca"/>
                <a:cs typeface="Lexend Deca"/>
                <a:sym typeface="Lexend Dec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Dia - 2">
  <p:cSld name="TITLE_1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Google Shape;33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150" y="1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Google Shape;34;p4"/>
          <p:cNvSpPr txBox="1"/>
          <p:nvPr>
            <p:ph type="ctrTitle"/>
          </p:nvPr>
        </p:nvSpPr>
        <p:spPr>
          <a:xfrm>
            <a:off x="793675" y="803775"/>
            <a:ext cx="5194800" cy="1780200"/>
          </a:xfrm>
          <a:prstGeom prst="rect">
            <a:avLst/>
          </a:prstGeom>
        </p:spPr>
        <p:txBody>
          <a:bodyPr anchorCtr="0" anchor="t" bIns="121950" lIns="121950" spcFirstLastPara="1" rIns="121950" wrap="square" tIns="121950">
            <a:norm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Lexend Deca Medium"/>
              <a:buNone/>
              <a:defRPr sz="3800">
                <a:solidFill>
                  <a:srgbClr val="FFFFFF"/>
                </a:solidFill>
                <a:latin typeface="Lexend Deca Medium"/>
                <a:ea typeface="Lexend Deca Medium"/>
                <a:cs typeface="Lexend Deca Medium"/>
                <a:sym typeface="Lexend Deca Medium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9pPr>
          </a:lstStyle>
          <a:p/>
        </p:txBody>
      </p:sp>
      <p:pic>
        <p:nvPicPr>
          <p:cNvPr id="35" name="Google Shape;35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7325" y="5672700"/>
            <a:ext cx="2467549" cy="375925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p4"/>
          <p:cNvSpPr txBox="1"/>
          <p:nvPr>
            <p:ph idx="12" type="sldNum"/>
          </p:nvPr>
        </p:nvSpPr>
        <p:spPr>
          <a:xfrm>
            <a:off x="11341125" y="205375"/>
            <a:ext cx="850800" cy="525000"/>
          </a:xfrm>
          <a:prstGeom prst="rect">
            <a:avLst/>
          </a:prstGeom>
        </p:spPr>
        <p:txBody>
          <a:bodyPr anchorCtr="0" anchor="ctr" bIns="121950" lIns="121950" spcFirstLastPara="1" rIns="121950" wrap="square" tIns="121950">
            <a:normAutofit/>
          </a:bodyPr>
          <a:lstStyle>
            <a:lvl1pPr lvl="0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1pPr>
            <a:lvl2pPr lvl="1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2pPr>
            <a:lvl3pPr lvl="2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3pPr>
            <a:lvl4pPr lvl="3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4pPr>
            <a:lvl5pPr lvl="4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5pPr>
            <a:lvl6pPr lvl="5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6pPr>
            <a:lvl7pPr lvl="6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7pPr>
            <a:lvl8pPr lvl="7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8pPr>
            <a:lvl9pPr lvl="8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page for section - Magenta" type="secHead">
  <p:cSld name="SECTION_HEADER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5"/>
          <p:cNvSpPr/>
          <p:nvPr/>
        </p:nvSpPr>
        <p:spPr>
          <a:xfrm>
            <a:off x="100" y="-25"/>
            <a:ext cx="12191700" cy="6858000"/>
          </a:xfrm>
          <a:prstGeom prst="rect">
            <a:avLst/>
          </a:prstGeom>
          <a:solidFill>
            <a:srgbClr val="FF006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9" name="Google Shape;39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9"/>
            <a:ext cx="12191702" cy="6857833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Google Shape;40;p5"/>
          <p:cNvSpPr txBox="1"/>
          <p:nvPr>
            <p:ph type="ctrTitle"/>
          </p:nvPr>
        </p:nvSpPr>
        <p:spPr>
          <a:xfrm>
            <a:off x="797325" y="799125"/>
            <a:ext cx="5690400" cy="1780200"/>
          </a:xfrm>
          <a:prstGeom prst="rect">
            <a:avLst/>
          </a:prstGeom>
        </p:spPr>
        <p:txBody>
          <a:bodyPr anchorCtr="0" anchor="t" bIns="121950" lIns="121950" spcFirstLastPara="1" rIns="121950" wrap="square" tIns="121950">
            <a:norm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Lexend Deca Medium"/>
              <a:buNone/>
              <a:defRPr sz="3800">
                <a:solidFill>
                  <a:srgbClr val="FFFFFF"/>
                </a:solidFill>
                <a:latin typeface="Lexend Deca Medium"/>
                <a:ea typeface="Lexend Deca Medium"/>
                <a:cs typeface="Lexend Deca Medium"/>
                <a:sym typeface="Lexend Deca Medium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9pPr>
          </a:lstStyle>
          <a:p/>
        </p:txBody>
      </p:sp>
      <p:sp>
        <p:nvSpPr>
          <p:cNvPr id="41" name="Google Shape;41;p5"/>
          <p:cNvSpPr txBox="1"/>
          <p:nvPr>
            <p:ph idx="12" type="sldNum"/>
          </p:nvPr>
        </p:nvSpPr>
        <p:spPr>
          <a:xfrm>
            <a:off x="11341125" y="205375"/>
            <a:ext cx="850800" cy="525000"/>
          </a:xfrm>
          <a:prstGeom prst="rect">
            <a:avLst/>
          </a:prstGeom>
        </p:spPr>
        <p:txBody>
          <a:bodyPr anchorCtr="0" anchor="ctr" bIns="121950" lIns="121950" spcFirstLastPara="1" rIns="121950" wrap="square" tIns="121950">
            <a:normAutofit/>
          </a:bodyPr>
          <a:lstStyle>
            <a:lvl1pPr lvl="0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1pPr>
            <a:lvl2pPr lvl="1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2pPr>
            <a:lvl3pPr lvl="2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3pPr>
            <a:lvl4pPr lvl="3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4pPr>
            <a:lvl5pPr lvl="4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5pPr>
            <a:lvl6pPr lvl="5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6pPr>
            <a:lvl7pPr lvl="6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7pPr>
            <a:lvl8pPr lvl="7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8pPr>
            <a:lvl9pPr lvl="8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page for section + Image - Magenta">
  <p:cSld name="SECTION_HEADER_2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6"/>
          <p:cNvSpPr/>
          <p:nvPr/>
        </p:nvSpPr>
        <p:spPr>
          <a:xfrm>
            <a:off x="100" y="-25"/>
            <a:ext cx="12191700" cy="6858000"/>
          </a:xfrm>
          <a:prstGeom prst="rect">
            <a:avLst/>
          </a:prstGeom>
          <a:solidFill>
            <a:srgbClr val="FF006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4" name="Google Shape;44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9"/>
            <a:ext cx="12191702" cy="6857833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6"/>
          <p:cNvSpPr txBox="1"/>
          <p:nvPr>
            <p:ph type="ctrTitle"/>
          </p:nvPr>
        </p:nvSpPr>
        <p:spPr>
          <a:xfrm>
            <a:off x="797325" y="799125"/>
            <a:ext cx="5690400" cy="1780200"/>
          </a:xfrm>
          <a:prstGeom prst="rect">
            <a:avLst/>
          </a:prstGeom>
        </p:spPr>
        <p:txBody>
          <a:bodyPr anchorCtr="0" anchor="t" bIns="121950" lIns="121950" spcFirstLastPara="1" rIns="121950" wrap="square" tIns="121950">
            <a:norm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Lexend Deca Medium"/>
              <a:buNone/>
              <a:defRPr sz="3800">
                <a:solidFill>
                  <a:srgbClr val="FFFFFF"/>
                </a:solidFill>
                <a:latin typeface="Lexend Deca Medium"/>
                <a:ea typeface="Lexend Deca Medium"/>
                <a:cs typeface="Lexend Deca Medium"/>
                <a:sym typeface="Lexend Deca Medium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9pPr>
          </a:lstStyle>
          <a:p/>
        </p:txBody>
      </p:sp>
      <p:sp>
        <p:nvSpPr>
          <p:cNvPr id="46" name="Google Shape;46;p6"/>
          <p:cNvSpPr/>
          <p:nvPr>
            <p:ph idx="2" type="pic"/>
          </p:nvPr>
        </p:nvSpPr>
        <p:spPr>
          <a:xfrm>
            <a:off x="6115050" y="800100"/>
            <a:ext cx="5257800" cy="5257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47" name="Google Shape;47;p6"/>
          <p:cNvSpPr txBox="1"/>
          <p:nvPr>
            <p:ph idx="12" type="sldNum"/>
          </p:nvPr>
        </p:nvSpPr>
        <p:spPr>
          <a:xfrm>
            <a:off x="11341125" y="205375"/>
            <a:ext cx="850800" cy="525000"/>
          </a:xfrm>
          <a:prstGeom prst="rect">
            <a:avLst/>
          </a:prstGeom>
        </p:spPr>
        <p:txBody>
          <a:bodyPr anchorCtr="0" anchor="ctr" bIns="121950" lIns="121950" spcFirstLastPara="1" rIns="121950" wrap="square" tIns="121950">
            <a:normAutofit/>
          </a:bodyPr>
          <a:lstStyle>
            <a:lvl1pPr lvl="0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1pPr>
            <a:lvl2pPr lvl="1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2pPr>
            <a:lvl3pPr lvl="2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3pPr>
            <a:lvl4pPr lvl="3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4pPr>
            <a:lvl5pPr lvl="4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5pPr>
            <a:lvl6pPr lvl="5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6pPr>
            <a:lvl7pPr lvl="6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7pPr>
            <a:lvl8pPr lvl="7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8pPr>
            <a:lvl9pPr lvl="8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page for section - Purple">
  <p:cSld name="SECTION_HEADER_2_1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7"/>
          <p:cNvSpPr/>
          <p:nvPr/>
        </p:nvSpPr>
        <p:spPr>
          <a:xfrm>
            <a:off x="100" y="-25"/>
            <a:ext cx="12191700" cy="6858000"/>
          </a:xfrm>
          <a:prstGeom prst="rect">
            <a:avLst/>
          </a:prstGeom>
          <a:solidFill>
            <a:srgbClr val="4C00B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0" name="Google Shape;50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9"/>
            <a:ext cx="12191702" cy="6857833"/>
          </a:xfrm>
          <a:prstGeom prst="rect">
            <a:avLst/>
          </a:prstGeom>
          <a:noFill/>
          <a:ln>
            <a:noFill/>
          </a:ln>
        </p:spPr>
      </p:pic>
      <p:sp>
        <p:nvSpPr>
          <p:cNvPr id="51" name="Google Shape;51;p7"/>
          <p:cNvSpPr txBox="1"/>
          <p:nvPr>
            <p:ph type="ctrTitle"/>
          </p:nvPr>
        </p:nvSpPr>
        <p:spPr>
          <a:xfrm>
            <a:off x="797325" y="799125"/>
            <a:ext cx="5690400" cy="1780200"/>
          </a:xfrm>
          <a:prstGeom prst="rect">
            <a:avLst/>
          </a:prstGeom>
        </p:spPr>
        <p:txBody>
          <a:bodyPr anchorCtr="0" anchor="t" bIns="121950" lIns="121950" spcFirstLastPara="1" rIns="121950" wrap="square" tIns="121950">
            <a:norm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Lexend Deca Medium"/>
              <a:buNone/>
              <a:defRPr sz="3800">
                <a:solidFill>
                  <a:srgbClr val="FFFFFF"/>
                </a:solidFill>
                <a:latin typeface="Lexend Deca Medium"/>
                <a:ea typeface="Lexend Deca Medium"/>
                <a:cs typeface="Lexend Deca Medium"/>
                <a:sym typeface="Lexend Deca Medium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9pPr>
          </a:lstStyle>
          <a:p/>
        </p:txBody>
      </p:sp>
      <p:sp>
        <p:nvSpPr>
          <p:cNvPr id="52" name="Google Shape;52;p7"/>
          <p:cNvSpPr txBox="1"/>
          <p:nvPr>
            <p:ph idx="12" type="sldNum"/>
          </p:nvPr>
        </p:nvSpPr>
        <p:spPr>
          <a:xfrm>
            <a:off x="11341125" y="205375"/>
            <a:ext cx="850800" cy="525000"/>
          </a:xfrm>
          <a:prstGeom prst="rect">
            <a:avLst/>
          </a:prstGeom>
        </p:spPr>
        <p:txBody>
          <a:bodyPr anchorCtr="0" anchor="ctr" bIns="121950" lIns="121950" spcFirstLastPara="1" rIns="121950" wrap="square" tIns="121950">
            <a:normAutofit/>
          </a:bodyPr>
          <a:lstStyle>
            <a:lvl1pPr lvl="0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1pPr>
            <a:lvl2pPr lvl="1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2pPr>
            <a:lvl3pPr lvl="2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3pPr>
            <a:lvl4pPr lvl="3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4pPr>
            <a:lvl5pPr lvl="4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5pPr>
            <a:lvl6pPr lvl="5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6pPr>
            <a:lvl7pPr lvl="6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7pPr>
            <a:lvl8pPr lvl="7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8pPr>
            <a:lvl9pPr lvl="8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page for section + Image - Purple">
  <p:cSld name="SECTION_HEADER_2_1_1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8"/>
          <p:cNvSpPr/>
          <p:nvPr/>
        </p:nvSpPr>
        <p:spPr>
          <a:xfrm>
            <a:off x="100" y="-25"/>
            <a:ext cx="12191700" cy="6858000"/>
          </a:xfrm>
          <a:prstGeom prst="rect">
            <a:avLst/>
          </a:prstGeom>
          <a:solidFill>
            <a:srgbClr val="4C00B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5" name="Google Shape;55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9"/>
            <a:ext cx="12191702" cy="6857833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8"/>
          <p:cNvSpPr txBox="1"/>
          <p:nvPr>
            <p:ph type="ctrTitle"/>
          </p:nvPr>
        </p:nvSpPr>
        <p:spPr>
          <a:xfrm>
            <a:off x="797325" y="799125"/>
            <a:ext cx="5690400" cy="1780200"/>
          </a:xfrm>
          <a:prstGeom prst="rect">
            <a:avLst/>
          </a:prstGeom>
        </p:spPr>
        <p:txBody>
          <a:bodyPr anchorCtr="0" anchor="t" bIns="121950" lIns="121950" spcFirstLastPara="1" rIns="121950" wrap="square" tIns="121950">
            <a:norm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Lexend Deca Medium"/>
              <a:buNone/>
              <a:defRPr sz="3800">
                <a:solidFill>
                  <a:srgbClr val="FFFFFF"/>
                </a:solidFill>
                <a:latin typeface="Lexend Deca Medium"/>
                <a:ea typeface="Lexend Deca Medium"/>
                <a:cs typeface="Lexend Deca Medium"/>
                <a:sym typeface="Lexend Deca Medium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9pPr>
          </a:lstStyle>
          <a:p/>
        </p:txBody>
      </p:sp>
      <p:sp>
        <p:nvSpPr>
          <p:cNvPr id="57" name="Google Shape;57;p8"/>
          <p:cNvSpPr/>
          <p:nvPr>
            <p:ph idx="2" type="pic"/>
          </p:nvPr>
        </p:nvSpPr>
        <p:spPr>
          <a:xfrm>
            <a:off x="6115050" y="800100"/>
            <a:ext cx="5257800" cy="5257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58" name="Google Shape;58;p8"/>
          <p:cNvSpPr txBox="1"/>
          <p:nvPr>
            <p:ph idx="12" type="sldNum"/>
          </p:nvPr>
        </p:nvSpPr>
        <p:spPr>
          <a:xfrm>
            <a:off x="11341125" y="205375"/>
            <a:ext cx="850800" cy="525000"/>
          </a:xfrm>
          <a:prstGeom prst="rect">
            <a:avLst/>
          </a:prstGeom>
        </p:spPr>
        <p:txBody>
          <a:bodyPr anchorCtr="0" anchor="ctr" bIns="121950" lIns="121950" spcFirstLastPara="1" rIns="121950" wrap="square" tIns="121950">
            <a:normAutofit/>
          </a:bodyPr>
          <a:lstStyle>
            <a:lvl1pPr lvl="0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1pPr>
            <a:lvl2pPr lvl="1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2pPr>
            <a:lvl3pPr lvl="2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3pPr>
            <a:lvl4pPr lvl="3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4pPr>
            <a:lvl5pPr lvl="4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5pPr>
            <a:lvl6pPr lvl="5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6pPr>
            <a:lvl7pPr lvl="6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7pPr>
            <a:lvl8pPr lvl="7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8pPr>
            <a:lvl9pPr lvl="8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page for section - Green">
  <p:cSld name="SECTION_HEADER_1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9"/>
          <p:cNvSpPr/>
          <p:nvPr/>
        </p:nvSpPr>
        <p:spPr>
          <a:xfrm>
            <a:off x="100" y="-25"/>
            <a:ext cx="12191700" cy="6858000"/>
          </a:xfrm>
          <a:prstGeom prst="rect">
            <a:avLst/>
          </a:prstGeom>
          <a:solidFill>
            <a:srgbClr val="00D0A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1" name="Google Shape;61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84"/>
            <a:ext cx="12191702" cy="6857833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9"/>
          <p:cNvSpPr txBox="1"/>
          <p:nvPr>
            <p:ph type="ctrTitle"/>
          </p:nvPr>
        </p:nvSpPr>
        <p:spPr>
          <a:xfrm>
            <a:off x="797325" y="799125"/>
            <a:ext cx="5690400" cy="1780200"/>
          </a:xfrm>
          <a:prstGeom prst="rect">
            <a:avLst/>
          </a:prstGeom>
        </p:spPr>
        <p:txBody>
          <a:bodyPr anchorCtr="0" anchor="t" bIns="121950" lIns="121950" spcFirstLastPara="1" rIns="121950" wrap="square" tIns="121950">
            <a:norm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Lexend Deca Medium"/>
              <a:buNone/>
              <a:defRPr sz="3800">
                <a:solidFill>
                  <a:srgbClr val="FFFFFF"/>
                </a:solidFill>
                <a:latin typeface="Lexend Deca Medium"/>
                <a:ea typeface="Lexend Deca Medium"/>
                <a:cs typeface="Lexend Deca Medium"/>
                <a:sym typeface="Lexend Deca Medium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9pPr>
          </a:lstStyle>
          <a:p/>
        </p:txBody>
      </p:sp>
      <p:sp>
        <p:nvSpPr>
          <p:cNvPr id="63" name="Google Shape;63;p9"/>
          <p:cNvSpPr txBox="1"/>
          <p:nvPr>
            <p:ph idx="12" type="sldNum"/>
          </p:nvPr>
        </p:nvSpPr>
        <p:spPr>
          <a:xfrm>
            <a:off x="11341125" y="205375"/>
            <a:ext cx="850800" cy="525000"/>
          </a:xfrm>
          <a:prstGeom prst="rect">
            <a:avLst/>
          </a:prstGeom>
        </p:spPr>
        <p:txBody>
          <a:bodyPr anchorCtr="0" anchor="ctr" bIns="121950" lIns="121950" spcFirstLastPara="1" rIns="121950" wrap="square" tIns="121950">
            <a:normAutofit/>
          </a:bodyPr>
          <a:lstStyle>
            <a:lvl1pPr lvl="0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1pPr>
            <a:lvl2pPr lvl="1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2pPr>
            <a:lvl3pPr lvl="2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3pPr>
            <a:lvl4pPr lvl="3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4pPr>
            <a:lvl5pPr lvl="4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5pPr>
            <a:lvl6pPr lvl="5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6pPr>
            <a:lvl7pPr lvl="6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7pPr>
            <a:lvl8pPr lvl="7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8pPr>
            <a:lvl9pPr lvl="8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page for section + Image - Green">
  <p:cSld name="SECTION_HEADER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0"/>
          <p:cNvSpPr/>
          <p:nvPr/>
        </p:nvSpPr>
        <p:spPr>
          <a:xfrm>
            <a:off x="100" y="-25"/>
            <a:ext cx="12191700" cy="6858000"/>
          </a:xfrm>
          <a:prstGeom prst="rect">
            <a:avLst/>
          </a:prstGeom>
          <a:solidFill>
            <a:srgbClr val="00D0A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6" name="Google Shape;66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84"/>
            <a:ext cx="12191702" cy="6857833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0"/>
          <p:cNvSpPr txBox="1"/>
          <p:nvPr>
            <p:ph type="ctrTitle"/>
          </p:nvPr>
        </p:nvSpPr>
        <p:spPr>
          <a:xfrm>
            <a:off x="797325" y="799125"/>
            <a:ext cx="5690400" cy="1780200"/>
          </a:xfrm>
          <a:prstGeom prst="rect">
            <a:avLst/>
          </a:prstGeom>
        </p:spPr>
        <p:txBody>
          <a:bodyPr anchorCtr="0" anchor="t" bIns="121950" lIns="121950" spcFirstLastPara="1" rIns="121950" wrap="square" tIns="121950">
            <a:norm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Lexend Deca Medium"/>
              <a:buNone/>
              <a:defRPr sz="3800">
                <a:solidFill>
                  <a:srgbClr val="FFFFFF"/>
                </a:solidFill>
                <a:latin typeface="Lexend Deca Medium"/>
                <a:ea typeface="Lexend Deca Medium"/>
                <a:cs typeface="Lexend Deca Medium"/>
                <a:sym typeface="Lexend Deca Medium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9pPr>
          </a:lstStyle>
          <a:p/>
        </p:txBody>
      </p:sp>
      <p:sp>
        <p:nvSpPr>
          <p:cNvPr id="68" name="Google Shape;68;p10"/>
          <p:cNvSpPr/>
          <p:nvPr>
            <p:ph idx="2" type="pic"/>
          </p:nvPr>
        </p:nvSpPr>
        <p:spPr>
          <a:xfrm>
            <a:off x="6115050" y="800100"/>
            <a:ext cx="5257800" cy="5257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69" name="Google Shape;69;p10"/>
          <p:cNvSpPr txBox="1"/>
          <p:nvPr>
            <p:ph idx="12" type="sldNum"/>
          </p:nvPr>
        </p:nvSpPr>
        <p:spPr>
          <a:xfrm>
            <a:off x="11341125" y="205375"/>
            <a:ext cx="850800" cy="525000"/>
          </a:xfrm>
          <a:prstGeom prst="rect">
            <a:avLst/>
          </a:prstGeom>
        </p:spPr>
        <p:txBody>
          <a:bodyPr anchorCtr="0" anchor="ctr" bIns="121950" lIns="121950" spcFirstLastPara="1" rIns="121950" wrap="square" tIns="121950">
            <a:normAutofit/>
          </a:bodyPr>
          <a:lstStyle>
            <a:lvl1pPr lvl="0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1pPr>
            <a:lvl2pPr lvl="1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2pPr>
            <a:lvl3pPr lvl="2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3pPr>
            <a:lvl4pPr lvl="3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4pPr>
            <a:lvl5pPr lvl="4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5pPr>
            <a:lvl6pPr lvl="5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6pPr>
            <a:lvl7pPr lvl="6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7pPr>
            <a:lvl8pPr lvl="7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8pPr>
            <a:lvl9pPr lvl="8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page for section - Blue">
  <p:cSld name="SECTION_HEADER_1_1_1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1"/>
          <p:cNvSpPr/>
          <p:nvPr/>
        </p:nvSpPr>
        <p:spPr>
          <a:xfrm>
            <a:off x="100" y="-25"/>
            <a:ext cx="12191700" cy="6858000"/>
          </a:xfrm>
          <a:prstGeom prst="rect">
            <a:avLst/>
          </a:prstGeom>
          <a:solidFill>
            <a:srgbClr val="50B6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2" name="Google Shape;72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84"/>
            <a:ext cx="12191702" cy="6857833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1"/>
          <p:cNvSpPr txBox="1"/>
          <p:nvPr>
            <p:ph type="ctrTitle"/>
          </p:nvPr>
        </p:nvSpPr>
        <p:spPr>
          <a:xfrm>
            <a:off x="797325" y="799125"/>
            <a:ext cx="5690400" cy="1780200"/>
          </a:xfrm>
          <a:prstGeom prst="rect">
            <a:avLst/>
          </a:prstGeom>
        </p:spPr>
        <p:txBody>
          <a:bodyPr anchorCtr="0" anchor="t" bIns="121950" lIns="121950" spcFirstLastPara="1" rIns="121950" wrap="square" tIns="121950">
            <a:norm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Lexend Deca Medium"/>
              <a:buNone/>
              <a:defRPr sz="3800">
                <a:solidFill>
                  <a:srgbClr val="FFFFFF"/>
                </a:solidFill>
                <a:latin typeface="Lexend Deca Medium"/>
                <a:ea typeface="Lexend Deca Medium"/>
                <a:cs typeface="Lexend Deca Medium"/>
                <a:sym typeface="Lexend Deca Medium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9pPr>
          </a:lstStyle>
          <a:p/>
        </p:txBody>
      </p:sp>
      <p:sp>
        <p:nvSpPr>
          <p:cNvPr id="74" name="Google Shape;74;p11"/>
          <p:cNvSpPr txBox="1"/>
          <p:nvPr>
            <p:ph idx="12" type="sldNum"/>
          </p:nvPr>
        </p:nvSpPr>
        <p:spPr>
          <a:xfrm>
            <a:off x="11341125" y="205375"/>
            <a:ext cx="850800" cy="525000"/>
          </a:xfrm>
          <a:prstGeom prst="rect">
            <a:avLst/>
          </a:prstGeom>
        </p:spPr>
        <p:txBody>
          <a:bodyPr anchorCtr="0" anchor="ctr" bIns="121950" lIns="121950" spcFirstLastPara="1" rIns="121950" wrap="square" tIns="121950">
            <a:normAutofit/>
          </a:bodyPr>
          <a:lstStyle>
            <a:lvl1pPr lvl="0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1pPr>
            <a:lvl2pPr lvl="1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2pPr>
            <a:lvl3pPr lvl="2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3pPr>
            <a:lvl4pPr lvl="3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4pPr>
            <a:lvl5pPr lvl="4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5pPr>
            <a:lvl6pPr lvl="5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6pPr>
            <a:lvl7pPr lvl="6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7pPr>
            <a:lvl8pPr lvl="7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8pPr>
            <a:lvl9pPr lvl="8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page for section + Image - Blue">
  <p:cSld name="SECTION_HEADER_1_1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2"/>
          <p:cNvSpPr/>
          <p:nvPr/>
        </p:nvSpPr>
        <p:spPr>
          <a:xfrm>
            <a:off x="100" y="-25"/>
            <a:ext cx="12191700" cy="6858000"/>
          </a:xfrm>
          <a:prstGeom prst="rect">
            <a:avLst/>
          </a:prstGeom>
          <a:solidFill>
            <a:srgbClr val="50B6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7" name="Google Shape;77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84"/>
            <a:ext cx="12191702" cy="6857833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2"/>
          <p:cNvSpPr txBox="1"/>
          <p:nvPr>
            <p:ph type="ctrTitle"/>
          </p:nvPr>
        </p:nvSpPr>
        <p:spPr>
          <a:xfrm>
            <a:off x="797325" y="799125"/>
            <a:ext cx="5690400" cy="1780200"/>
          </a:xfrm>
          <a:prstGeom prst="rect">
            <a:avLst/>
          </a:prstGeom>
        </p:spPr>
        <p:txBody>
          <a:bodyPr anchorCtr="0" anchor="t" bIns="121950" lIns="121950" spcFirstLastPara="1" rIns="121950" wrap="square" tIns="121950">
            <a:norm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Lexend Deca Medium"/>
              <a:buNone/>
              <a:defRPr sz="3800">
                <a:solidFill>
                  <a:srgbClr val="FFFFFF"/>
                </a:solidFill>
                <a:latin typeface="Lexend Deca Medium"/>
                <a:ea typeface="Lexend Deca Medium"/>
                <a:cs typeface="Lexend Deca Medium"/>
                <a:sym typeface="Lexend Deca Medium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9pPr>
          </a:lstStyle>
          <a:p/>
        </p:txBody>
      </p:sp>
      <p:sp>
        <p:nvSpPr>
          <p:cNvPr id="79" name="Google Shape;79;p12"/>
          <p:cNvSpPr/>
          <p:nvPr>
            <p:ph idx="2" type="pic"/>
          </p:nvPr>
        </p:nvSpPr>
        <p:spPr>
          <a:xfrm>
            <a:off x="6115050" y="800100"/>
            <a:ext cx="5257800" cy="5257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80" name="Google Shape;80;p12"/>
          <p:cNvSpPr txBox="1"/>
          <p:nvPr>
            <p:ph idx="12" type="sldNum"/>
          </p:nvPr>
        </p:nvSpPr>
        <p:spPr>
          <a:xfrm>
            <a:off x="11341125" y="205375"/>
            <a:ext cx="850800" cy="525000"/>
          </a:xfrm>
          <a:prstGeom prst="rect">
            <a:avLst/>
          </a:prstGeom>
        </p:spPr>
        <p:txBody>
          <a:bodyPr anchorCtr="0" anchor="ctr" bIns="121950" lIns="121950" spcFirstLastPara="1" rIns="121950" wrap="square" tIns="121950">
            <a:normAutofit/>
          </a:bodyPr>
          <a:lstStyle>
            <a:lvl1pPr lvl="0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1pPr>
            <a:lvl2pPr lvl="1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2pPr>
            <a:lvl3pPr lvl="2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3pPr>
            <a:lvl4pPr lvl="3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4pPr>
            <a:lvl5pPr lvl="4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5pPr>
            <a:lvl6pPr lvl="5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6pPr>
            <a:lvl7pPr lvl="6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7pPr>
            <a:lvl8pPr lvl="7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8pPr>
            <a:lvl9pPr lvl="8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Intro + image - Green" type="tx">
  <p:cSld name="TITLE_AND_BODY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3"/>
          <p:cNvSpPr/>
          <p:nvPr/>
        </p:nvSpPr>
        <p:spPr>
          <a:xfrm>
            <a:off x="-6275" y="0"/>
            <a:ext cx="12191700" cy="6858000"/>
          </a:xfrm>
          <a:prstGeom prst="rect">
            <a:avLst/>
          </a:prstGeom>
          <a:solidFill>
            <a:srgbClr val="00D0A5">
              <a:alpha val="238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3" name="Google Shape;83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159"/>
            <a:ext cx="12191702" cy="6857833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13"/>
          <p:cNvSpPr/>
          <p:nvPr>
            <p:ph idx="2" type="pic"/>
          </p:nvPr>
        </p:nvSpPr>
        <p:spPr>
          <a:xfrm>
            <a:off x="8334750" y="-614175"/>
            <a:ext cx="8086200" cy="8086500"/>
          </a:xfrm>
          <a:prstGeom prst="ellipse">
            <a:avLst/>
          </a:prstGeom>
          <a:noFill/>
          <a:ln>
            <a:noFill/>
          </a:ln>
        </p:spPr>
      </p:sp>
      <p:pic>
        <p:nvPicPr>
          <p:cNvPr id="85" name="Google Shape;85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6275" y="84"/>
            <a:ext cx="12191702" cy="6857833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>
            <p:ph type="title"/>
          </p:nvPr>
        </p:nvSpPr>
        <p:spPr>
          <a:xfrm>
            <a:off x="667344" y="493853"/>
            <a:ext cx="7119600" cy="763800"/>
          </a:xfrm>
          <a:prstGeom prst="rect">
            <a:avLst/>
          </a:prstGeom>
        </p:spPr>
        <p:txBody>
          <a:bodyPr anchorCtr="0" anchor="t" bIns="121950" lIns="121950" spcFirstLastPara="1" rIns="121950" wrap="square" tIns="1219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Font typeface="Lexend Deca"/>
              <a:buNone/>
              <a:defRPr sz="3600">
                <a:latin typeface="Lexend Deca"/>
                <a:ea typeface="Lexend Deca"/>
                <a:cs typeface="Lexend Deca"/>
                <a:sym typeface="Lexend Dec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87" name="Google Shape;87;p13"/>
          <p:cNvSpPr txBox="1"/>
          <p:nvPr>
            <p:ph idx="3" type="title"/>
          </p:nvPr>
        </p:nvSpPr>
        <p:spPr>
          <a:xfrm>
            <a:off x="668775" y="1937600"/>
            <a:ext cx="3515100" cy="3815100"/>
          </a:xfrm>
          <a:prstGeom prst="rect">
            <a:avLst/>
          </a:prstGeom>
        </p:spPr>
        <p:txBody>
          <a:bodyPr anchorCtr="0" anchor="t" bIns="121950" lIns="121950" spcFirstLastPara="1" rIns="121950" wrap="square" tIns="121950">
            <a:norm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lab"/>
              <a:buNone/>
              <a:defRPr sz="1400">
                <a:latin typeface="Roboto Slab"/>
                <a:ea typeface="Roboto Slab"/>
                <a:cs typeface="Roboto Slab"/>
                <a:sym typeface="Roboto Slab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88" name="Google Shape;88;p13"/>
          <p:cNvSpPr txBox="1"/>
          <p:nvPr>
            <p:ph idx="12" type="sldNum"/>
          </p:nvPr>
        </p:nvSpPr>
        <p:spPr>
          <a:xfrm>
            <a:off x="11341125" y="205375"/>
            <a:ext cx="850800" cy="525000"/>
          </a:xfrm>
          <a:prstGeom prst="rect">
            <a:avLst/>
          </a:prstGeom>
        </p:spPr>
        <p:txBody>
          <a:bodyPr anchorCtr="0" anchor="ctr" bIns="121950" lIns="121950" spcFirstLastPara="1" rIns="121950" wrap="square" tIns="121950">
            <a:normAutofit/>
          </a:bodyPr>
          <a:lstStyle>
            <a:lvl1pPr lvl="0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1pPr>
            <a:lvl2pPr lvl="1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2pPr>
            <a:lvl3pPr lvl="2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3pPr>
            <a:lvl4pPr lvl="3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4pPr>
            <a:lvl5pPr lvl="4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5pPr>
            <a:lvl6pPr lvl="5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6pPr>
            <a:lvl7pPr lvl="6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7pPr>
            <a:lvl8pPr lvl="7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8pPr>
            <a:lvl9pPr lvl="8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‹#›</a:t>
            </a:fld>
            <a:endParaRPr/>
          </a:p>
        </p:txBody>
      </p:sp>
      <p:sp>
        <p:nvSpPr>
          <p:cNvPr id="89" name="Google Shape;89;p13"/>
          <p:cNvSpPr txBox="1"/>
          <p:nvPr>
            <p:ph idx="4" type="title"/>
          </p:nvPr>
        </p:nvSpPr>
        <p:spPr>
          <a:xfrm>
            <a:off x="699932" y="350978"/>
            <a:ext cx="7119600" cy="763800"/>
          </a:xfrm>
          <a:prstGeom prst="rect">
            <a:avLst/>
          </a:prstGeom>
        </p:spPr>
        <p:txBody>
          <a:bodyPr anchorCtr="0" anchor="t" bIns="121950" lIns="121950" spcFirstLastPara="1" rIns="121950" wrap="square" tIns="12195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50"/>
              <a:buFont typeface="Lexend Deca"/>
              <a:buNone/>
              <a:defRPr sz="950">
                <a:latin typeface="Lexend Deca"/>
                <a:ea typeface="Lexend Deca"/>
                <a:cs typeface="Lexend Deca"/>
                <a:sym typeface="Lexend Dec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50"/>
              <a:buNone/>
              <a:defRPr sz="950"/>
            </a:lvl2pPr>
            <a:lvl3pPr lvl="2" rtl="0">
              <a:spcBef>
                <a:spcPts val="0"/>
              </a:spcBef>
              <a:spcAft>
                <a:spcPts val="0"/>
              </a:spcAft>
              <a:buSzPts val="950"/>
              <a:buNone/>
              <a:defRPr sz="950"/>
            </a:lvl3pPr>
            <a:lvl4pPr lvl="3" rtl="0">
              <a:spcBef>
                <a:spcPts val="0"/>
              </a:spcBef>
              <a:spcAft>
                <a:spcPts val="0"/>
              </a:spcAft>
              <a:buSzPts val="950"/>
              <a:buNone/>
              <a:defRPr sz="950"/>
            </a:lvl4pPr>
            <a:lvl5pPr lvl="4" rtl="0">
              <a:spcBef>
                <a:spcPts val="0"/>
              </a:spcBef>
              <a:spcAft>
                <a:spcPts val="0"/>
              </a:spcAft>
              <a:buSzPts val="950"/>
              <a:buNone/>
              <a:defRPr sz="950"/>
            </a:lvl5pPr>
            <a:lvl6pPr lvl="5" rtl="0">
              <a:spcBef>
                <a:spcPts val="0"/>
              </a:spcBef>
              <a:spcAft>
                <a:spcPts val="0"/>
              </a:spcAft>
              <a:buSzPts val="950"/>
              <a:buNone/>
              <a:defRPr sz="950"/>
            </a:lvl6pPr>
            <a:lvl7pPr lvl="6" rtl="0">
              <a:spcBef>
                <a:spcPts val="0"/>
              </a:spcBef>
              <a:spcAft>
                <a:spcPts val="0"/>
              </a:spcAft>
              <a:buSzPts val="950"/>
              <a:buNone/>
              <a:defRPr sz="950"/>
            </a:lvl7pPr>
            <a:lvl8pPr lvl="7" rtl="0">
              <a:spcBef>
                <a:spcPts val="0"/>
              </a:spcBef>
              <a:spcAft>
                <a:spcPts val="0"/>
              </a:spcAft>
              <a:buSzPts val="950"/>
              <a:buNone/>
              <a:defRPr sz="950"/>
            </a:lvl8pPr>
            <a:lvl9pPr lvl="8" rtl="0">
              <a:spcBef>
                <a:spcPts val="0"/>
              </a:spcBef>
              <a:spcAft>
                <a:spcPts val="0"/>
              </a:spcAft>
              <a:buSzPts val="950"/>
              <a:buNone/>
              <a:defRPr sz="950"/>
            </a:lvl9pPr>
          </a:lstStyle>
          <a:p/>
        </p:txBody>
      </p:sp>
      <p:sp>
        <p:nvSpPr>
          <p:cNvPr id="90" name="Google Shape;90;p13"/>
          <p:cNvSpPr txBox="1"/>
          <p:nvPr>
            <p:ph idx="5" type="title"/>
          </p:nvPr>
        </p:nvSpPr>
        <p:spPr>
          <a:xfrm>
            <a:off x="4258700" y="1980450"/>
            <a:ext cx="3515100" cy="3543600"/>
          </a:xfrm>
          <a:prstGeom prst="rect">
            <a:avLst/>
          </a:prstGeom>
        </p:spPr>
        <p:txBody>
          <a:bodyPr anchorCtr="0" anchor="t" bIns="121950" lIns="121950" spcFirstLastPara="1" rIns="121950" wrap="square" tIns="121950">
            <a:norm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900"/>
              <a:buFont typeface="Lexend Deca"/>
              <a:buNone/>
              <a:defRPr sz="900">
                <a:latin typeface="Lexend Deca"/>
                <a:ea typeface="Lexend Deca"/>
                <a:cs typeface="Lexend Deca"/>
                <a:sym typeface="Lexend Dec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Intro + image - Blue">
  <p:cSld name="TITLE_AND_BODY_1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/>
          <p:cNvSpPr/>
          <p:nvPr/>
        </p:nvSpPr>
        <p:spPr>
          <a:xfrm>
            <a:off x="-6275" y="0"/>
            <a:ext cx="12191700" cy="6858000"/>
          </a:xfrm>
          <a:prstGeom prst="rect">
            <a:avLst/>
          </a:prstGeom>
          <a:solidFill>
            <a:srgbClr val="50B6FF">
              <a:alpha val="2353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3" name="Google Shape;93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84"/>
            <a:ext cx="12191702" cy="6857833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4"/>
          <p:cNvSpPr/>
          <p:nvPr>
            <p:ph idx="2" type="pic"/>
          </p:nvPr>
        </p:nvSpPr>
        <p:spPr>
          <a:xfrm>
            <a:off x="8334750" y="-614175"/>
            <a:ext cx="8086200" cy="8086500"/>
          </a:xfrm>
          <a:prstGeom prst="ellipse">
            <a:avLst/>
          </a:prstGeom>
          <a:noFill/>
          <a:ln>
            <a:noFill/>
          </a:ln>
        </p:spPr>
      </p:sp>
      <p:pic>
        <p:nvPicPr>
          <p:cNvPr id="95" name="Google Shape;95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512" y="84"/>
            <a:ext cx="12191702" cy="6857833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4"/>
          <p:cNvSpPr txBox="1"/>
          <p:nvPr>
            <p:ph type="title"/>
          </p:nvPr>
        </p:nvSpPr>
        <p:spPr>
          <a:xfrm>
            <a:off x="667344" y="493853"/>
            <a:ext cx="7119600" cy="763800"/>
          </a:xfrm>
          <a:prstGeom prst="rect">
            <a:avLst/>
          </a:prstGeom>
        </p:spPr>
        <p:txBody>
          <a:bodyPr anchorCtr="0" anchor="t" bIns="121950" lIns="121950" spcFirstLastPara="1" rIns="121950" wrap="square" tIns="12195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Font typeface="Lexend Deca"/>
              <a:buNone/>
              <a:defRPr sz="3600">
                <a:latin typeface="Lexend Deca"/>
                <a:ea typeface="Lexend Deca"/>
                <a:cs typeface="Lexend Deca"/>
                <a:sym typeface="Lexend Dec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97" name="Google Shape;97;p14"/>
          <p:cNvSpPr txBox="1"/>
          <p:nvPr>
            <p:ph idx="3" type="title"/>
          </p:nvPr>
        </p:nvSpPr>
        <p:spPr>
          <a:xfrm>
            <a:off x="668775" y="1937600"/>
            <a:ext cx="3515100" cy="3815100"/>
          </a:xfrm>
          <a:prstGeom prst="rect">
            <a:avLst/>
          </a:prstGeom>
        </p:spPr>
        <p:txBody>
          <a:bodyPr anchorCtr="0" anchor="t" bIns="121950" lIns="121950" spcFirstLastPara="1" rIns="121950" wrap="square" tIns="121950">
            <a:norm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lab"/>
              <a:buNone/>
              <a:defRPr sz="1400">
                <a:latin typeface="Roboto Slab"/>
                <a:ea typeface="Roboto Slab"/>
                <a:cs typeface="Roboto Slab"/>
                <a:sym typeface="Roboto Slab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98" name="Google Shape;98;p14"/>
          <p:cNvSpPr txBox="1"/>
          <p:nvPr>
            <p:ph idx="12" type="sldNum"/>
          </p:nvPr>
        </p:nvSpPr>
        <p:spPr>
          <a:xfrm>
            <a:off x="11341125" y="205375"/>
            <a:ext cx="850800" cy="525000"/>
          </a:xfrm>
          <a:prstGeom prst="rect">
            <a:avLst/>
          </a:prstGeom>
        </p:spPr>
        <p:txBody>
          <a:bodyPr anchorCtr="0" anchor="ctr" bIns="121950" lIns="121950" spcFirstLastPara="1" rIns="121950" wrap="square" tIns="121950">
            <a:normAutofit/>
          </a:bodyPr>
          <a:lstStyle>
            <a:lvl1pPr lvl="0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1pPr>
            <a:lvl2pPr lvl="1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2pPr>
            <a:lvl3pPr lvl="2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3pPr>
            <a:lvl4pPr lvl="3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4pPr>
            <a:lvl5pPr lvl="4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5pPr>
            <a:lvl6pPr lvl="5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6pPr>
            <a:lvl7pPr lvl="6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7pPr>
            <a:lvl8pPr lvl="7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8pPr>
            <a:lvl9pPr lvl="8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‹#›</a:t>
            </a:fld>
            <a:endParaRPr/>
          </a:p>
        </p:txBody>
      </p:sp>
      <p:sp>
        <p:nvSpPr>
          <p:cNvPr id="99" name="Google Shape;99;p14"/>
          <p:cNvSpPr txBox="1"/>
          <p:nvPr>
            <p:ph idx="4" type="title"/>
          </p:nvPr>
        </p:nvSpPr>
        <p:spPr>
          <a:xfrm>
            <a:off x="700688" y="351039"/>
            <a:ext cx="7119600" cy="304200"/>
          </a:xfrm>
          <a:prstGeom prst="rect">
            <a:avLst/>
          </a:prstGeom>
        </p:spPr>
        <p:txBody>
          <a:bodyPr anchorCtr="0" anchor="t" bIns="121950" lIns="121950" spcFirstLastPara="1" rIns="121950" wrap="square" tIns="12195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50"/>
              <a:buFont typeface="Lexend Deca"/>
              <a:buNone/>
              <a:defRPr sz="950">
                <a:latin typeface="Lexend Deca"/>
                <a:ea typeface="Lexend Deca"/>
                <a:cs typeface="Lexend Deca"/>
                <a:sym typeface="Lexend Dec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100" name="Google Shape;100;p14"/>
          <p:cNvSpPr txBox="1"/>
          <p:nvPr>
            <p:ph idx="5" type="title"/>
          </p:nvPr>
        </p:nvSpPr>
        <p:spPr>
          <a:xfrm>
            <a:off x="4258700" y="1980450"/>
            <a:ext cx="3515100" cy="3543600"/>
          </a:xfrm>
          <a:prstGeom prst="rect">
            <a:avLst/>
          </a:prstGeom>
        </p:spPr>
        <p:txBody>
          <a:bodyPr anchorCtr="0" anchor="t" bIns="121950" lIns="121950" spcFirstLastPara="1" rIns="121950" wrap="square" tIns="121950">
            <a:norm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900"/>
              <a:buFont typeface="Lexend Deca"/>
              <a:buNone/>
              <a:defRPr sz="900">
                <a:latin typeface="Lexend Deca"/>
                <a:ea typeface="Lexend Deca"/>
                <a:cs typeface="Lexend Deca"/>
                <a:sym typeface="Lexend Dec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Intro + 3 columns - Green">
  <p:cSld name="TITLE_AND_BODY_1_1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5"/>
          <p:cNvSpPr/>
          <p:nvPr/>
        </p:nvSpPr>
        <p:spPr>
          <a:xfrm>
            <a:off x="-6275" y="0"/>
            <a:ext cx="12191700" cy="6858000"/>
          </a:xfrm>
          <a:prstGeom prst="rect">
            <a:avLst/>
          </a:prstGeom>
          <a:solidFill>
            <a:srgbClr val="00D0A5">
              <a:alpha val="238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3" name="Google Shape;103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6275" y="84"/>
            <a:ext cx="12191702" cy="6857833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5"/>
          <p:cNvSpPr txBox="1"/>
          <p:nvPr>
            <p:ph type="title"/>
          </p:nvPr>
        </p:nvSpPr>
        <p:spPr>
          <a:xfrm>
            <a:off x="667344" y="493853"/>
            <a:ext cx="7119600" cy="763800"/>
          </a:xfrm>
          <a:prstGeom prst="rect">
            <a:avLst/>
          </a:prstGeom>
        </p:spPr>
        <p:txBody>
          <a:bodyPr anchorCtr="0" anchor="t" bIns="121950" lIns="121950" spcFirstLastPara="1" rIns="121950" wrap="square" tIns="12195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Font typeface="Lexend Deca"/>
              <a:buNone/>
              <a:defRPr sz="3600">
                <a:latin typeface="Lexend Deca"/>
                <a:ea typeface="Lexend Deca"/>
                <a:cs typeface="Lexend Deca"/>
                <a:sym typeface="Lexend Dec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105" name="Google Shape;105;p15"/>
          <p:cNvSpPr txBox="1"/>
          <p:nvPr>
            <p:ph idx="2" type="title"/>
          </p:nvPr>
        </p:nvSpPr>
        <p:spPr>
          <a:xfrm>
            <a:off x="668775" y="1937600"/>
            <a:ext cx="3515100" cy="3815100"/>
          </a:xfrm>
          <a:prstGeom prst="rect">
            <a:avLst/>
          </a:prstGeom>
        </p:spPr>
        <p:txBody>
          <a:bodyPr anchorCtr="0" anchor="t" bIns="121950" lIns="121950" spcFirstLastPara="1" rIns="121950" wrap="square" tIns="121950">
            <a:norm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lab"/>
              <a:buNone/>
              <a:defRPr sz="1400">
                <a:latin typeface="Roboto Slab"/>
                <a:ea typeface="Roboto Slab"/>
                <a:cs typeface="Roboto Slab"/>
                <a:sym typeface="Roboto Slab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106" name="Google Shape;106;p15"/>
          <p:cNvSpPr txBox="1"/>
          <p:nvPr>
            <p:ph idx="12" type="sldNum"/>
          </p:nvPr>
        </p:nvSpPr>
        <p:spPr>
          <a:xfrm>
            <a:off x="11341125" y="205375"/>
            <a:ext cx="850800" cy="525000"/>
          </a:xfrm>
          <a:prstGeom prst="rect">
            <a:avLst/>
          </a:prstGeom>
        </p:spPr>
        <p:txBody>
          <a:bodyPr anchorCtr="0" anchor="ctr" bIns="121950" lIns="121950" spcFirstLastPara="1" rIns="121950" wrap="square" tIns="121950">
            <a:normAutofit/>
          </a:bodyPr>
          <a:lstStyle>
            <a:lvl1pPr lvl="0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1pPr>
            <a:lvl2pPr lvl="1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2pPr>
            <a:lvl3pPr lvl="2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3pPr>
            <a:lvl4pPr lvl="3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4pPr>
            <a:lvl5pPr lvl="4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5pPr>
            <a:lvl6pPr lvl="5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6pPr>
            <a:lvl7pPr lvl="6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7pPr>
            <a:lvl8pPr lvl="7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8pPr>
            <a:lvl9pPr lvl="8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‹#›</a:t>
            </a:fld>
            <a:endParaRPr/>
          </a:p>
        </p:txBody>
      </p:sp>
      <p:sp>
        <p:nvSpPr>
          <p:cNvPr id="107" name="Google Shape;107;p15"/>
          <p:cNvSpPr txBox="1"/>
          <p:nvPr>
            <p:ph idx="3" type="title"/>
          </p:nvPr>
        </p:nvSpPr>
        <p:spPr>
          <a:xfrm>
            <a:off x="700688" y="351039"/>
            <a:ext cx="7119600" cy="304200"/>
          </a:xfrm>
          <a:prstGeom prst="rect">
            <a:avLst/>
          </a:prstGeom>
        </p:spPr>
        <p:txBody>
          <a:bodyPr anchorCtr="0" anchor="t" bIns="121950" lIns="121950" spcFirstLastPara="1" rIns="121950" wrap="square" tIns="12195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50"/>
              <a:buFont typeface="Lexend Deca"/>
              <a:buNone/>
              <a:defRPr sz="950">
                <a:latin typeface="Lexend Deca"/>
                <a:ea typeface="Lexend Deca"/>
                <a:cs typeface="Lexend Deca"/>
                <a:sym typeface="Lexend Dec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108" name="Google Shape;108;p15"/>
          <p:cNvSpPr txBox="1"/>
          <p:nvPr>
            <p:ph idx="4" type="title"/>
          </p:nvPr>
        </p:nvSpPr>
        <p:spPr>
          <a:xfrm>
            <a:off x="4258700" y="1980450"/>
            <a:ext cx="2199300" cy="3543600"/>
          </a:xfrm>
          <a:prstGeom prst="rect">
            <a:avLst/>
          </a:prstGeom>
        </p:spPr>
        <p:txBody>
          <a:bodyPr anchorCtr="0" anchor="t" bIns="121950" lIns="121950" spcFirstLastPara="1" rIns="121950" wrap="square" tIns="121950">
            <a:norm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900"/>
              <a:buFont typeface="Lexend Deca"/>
              <a:buNone/>
              <a:defRPr sz="900">
                <a:latin typeface="Lexend Deca"/>
                <a:ea typeface="Lexend Deca"/>
                <a:cs typeface="Lexend Deca"/>
                <a:sym typeface="Lexend Dec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109" name="Google Shape;109;p15"/>
          <p:cNvSpPr txBox="1"/>
          <p:nvPr>
            <p:ph idx="5" type="title"/>
          </p:nvPr>
        </p:nvSpPr>
        <p:spPr>
          <a:xfrm>
            <a:off x="6468500" y="1980450"/>
            <a:ext cx="2199300" cy="3543600"/>
          </a:xfrm>
          <a:prstGeom prst="rect">
            <a:avLst/>
          </a:prstGeom>
        </p:spPr>
        <p:txBody>
          <a:bodyPr anchorCtr="0" anchor="t" bIns="121950" lIns="121950" spcFirstLastPara="1" rIns="121950" wrap="square" tIns="121950">
            <a:norm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900"/>
              <a:buFont typeface="Lexend Deca"/>
              <a:buNone/>
              <a:defRPr sz="900">
                <a:latin typeface="Lexend Deca"/>
                <a:ea typeface="Lexend Deca"/>
                <a:cs typeface="Lexend Deca"/>
                <a:sym typeface="Lexend Dec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110" name="Google Shape;110;p15"/>
          <p:cNvSpPr txBox="1"/>
          <p:nvPr>
            <p:ph idx="6" type="title"/>
          </p:nvPr>
        </p:nvSpPr>
        <p:spPr>
          <a:xfrm>
            <a:off x="8678300" y="1980450"/>
            <a:ext cx="2199300" cy="3543600"/>
          </a:xfrm>
          <a:prstGeom prst="rect">
            <a:avLst/>
          </a:prstGeom>
        </p:spPr>
        <p:txBody>
          <a:bodyPr anchorCtr="0" anchor="t" bIns="121950" lIns="121950" spcFirstLastPara="1" rIns="121950" wrap="square" tIns="121950">
            <a:norm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900"/>
              <a:buFont typeface="Lexend Deca"/>
              <a:buNone/>
              <a:defRPr sz="900">
                <a:latin typeface="Lexend Deca"/>
                <a:ea typeface="Lexend Deca"/>
                <a:cs typeface="Lexend Deca"/>
                <a:sym typeface="Lexend Dec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Intro + 2 columns - Green">
  <p:cSld name="TITLE_AND_BODY_1_1_2"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Google Shape;112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6275" y="84"/>
            <a:ext cx="12191702" cy="6857833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6"/>
          <p:cNvSpPr/>
          <p:nvPr/>
        </p:nvSpPr>
        <p:spPr>
          <a:xfrm>
            <a:off x="-6275" y="0"/>
            <a:ext cx="12191700" cy="6858000"/>
          </a:xfrm>
          <a:prstGeom prst="rect">
            <a:avLst/>
          </a:prstGeom>
          <a:solidFill>
            <a:srgbClr val="00D0A5">
              <a:alpha val="238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16"/>
          <p:cNvSpPr txBox="1"/>
          <p:nvPr>
            <p:ph type="title"/>
          </p:nvPr>
        </p:nvSpPr>
        <p:spPr>
          <a:xfrm>
            <a:off x="667344" y="493853"/>
            <a:ext cx="7119600" cy="763800"/>
          </a:xfrm>
          <a:prstGeom prst="rect">
            <a:avLst/>
          </a:prstGeom>
        </p:spPr>
        <p:txBody>
          <a:bodyPr anchorCtr="0" anchor="t" bIns="121950" lIns="121950" spcFirstLastPara="1" rIns="121950" wrap="square" tIns="12195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Font typeface="Lexend Deca"/>
              <a:buNone/>
              <a:defRPr sz="3600">
                <a:latin typeface="Lexend Deca"/>
                <a:ea typeface="Lexend Deca"/>
                <a:cs typeface="Lexend Deca"/>
                <a:sym typeface="Lexend Dec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115" name="Google Shape;115;p16"/>
          <p:cNvSpPr txBox="1"/>
          <p:nvPr>
            <p:ph idx="2" type="title"/>
          </p:nvPr>
        </p:nvSpPr>
        <p:spPr>
          <a:xfrm>
            <a:off x="668775" y="1937600"/>
            <a:ext cx="3515100" cy="3815100"/>
          </a:xfrm>
          <a:prstGeom prst="rect">
            <a:avLst/>
          </a:prstGeom>
        </p:spPr>
        <p:txBody>
          <a:bodyPr anchorCtr="0" anchor="t" bIns="121950" lIns="121950" spcFirstLastPara="1" rIns="121950" wrap="square" tIns="121950">
            <a:norm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lab"/>
              <a:buNone/>
              <a:defRPr sz="1400">
                <a:latin typeface="Roboto Slab"/>
                <a:ea typeface="Roboto Slab"/>
                <a:cs typeface="Roboto Slab"/>
                <a:sym typeface="Roboto Slab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116" name="Google Shape;116;p16"/>
          <p:cNvSpPr txBox="1"/>
          <p:nvPr>
            <p:ph idx="12" type="sldNum"/>
          </p:nvPr>
        </p:nvSpPr>
        <p:spPr>
          <a:xfrm>
            <a:off x="11341125" y="205375"/>
            <a:ext cx="850800" cy="525000"/>
          </a:xfrm>
          <a:prstGeom prst="rect">
            <a:avLst/>
          </a:prstGeom>
        </p:spPr>
        <p:txBody>
          <a:bodyPr anchorCtr="0" anchor="ctr" bIns="121950" lIns="121950" spcFirstLastPara="1" rIns="121950" wrap="square" tIns="121950">
            <a:normAutofit/>
          </a:bodyPr>
          <a:lstStyle>
            <a:lvl1pPr lvl="0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1pPr>
            <a:lvl2pPr lvl="1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2pPr>
            <a:lvl3pPr lvl="2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3pPr>
            <a:lvl4pPr lvl="3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4pPr>
            <a:lvl5pPr lvl="4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5pPr>
            <a:lvl6pPr lvl="5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6pPr>
            <a:lvl7pPr lvl="6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7pPr>
            <a:lvl8pPr lvl="7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8pPr>
            <a:lvl9pPr lvl="8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‹#›</a:t>
            </a:fld>
            <a:endParaRPr/>
          </a:p>
        </p:txBody>
      </p:sp>
      <p:sp>
        <p:nvSpPr>
          <p:cNvPr id="117" name="Google Shape;117;p16"/>
          <p:cNvSpPr txBox="1"/>
          <p:nvPr>
            <p:ph idx="3" type="title"/>
          </p:nvPr>
        </p:nvSpPr>
        <p:spPr>
          <a:xfrm>
            <a:off x="700688" y="351039"/>
            <a:ext cx="7119600" cy="304200"/>
          </a:xfrm>
          <a:prstGeom prst="rect">
            <a:avLst/>
          </a:prstGeom>
        </p:spPr>
        <p:txBody>
          <a:bodyPr anchorCtr="0" anchor="t" bIns="121950" lIns="121950" spcFirstLastPara="1" rIns="121950" wrap="square" tIns="12195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50"/>
              <a:buFont typeface="Lexend Deca"/>
              <a:buNone/>
              <a:defRPr sz="950">
                <a:latin typeface="Lexend Deca"/>
                <a:ea typeface="Lexend Deca"/>
                <a:cs typeface="Lexend Deca"/>
                <a:sym typeface="Lexend Dec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118" name="Google Shape;118;p16"/>
          <p:cNvSpPr txBox="1"/>
          <p:nvPr>
            <p:ph idx="4" type="title"/>
          </p:nvPr>
        </p:nvSpPr>
        <p:spPr>
          <a:xfrm>
            <a:off x="4487300" y="1980450"/>
            <a:ext cx="3299700" cy="3543600"/>
          </a:xfrm>
          <a:prstGeom prst="rect">
            <a:avLst/>
          </a:prstGeom>
        </p:spPr>
        <p:txBody>
          <a:bodyPr anchorCtr="0" anchor="t" bIns="121950" lIns="121950" spcFirstLastPara="1" rIns="121950" wrap="square" tIns="121950">
            <a:norm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900"/>
              <a:buFont typeface="Lexend Deca"/>
              <a:buNone/>
              <a:defRPr sz="900">
                <a:latin typeface="Lexend Deca"/>
                <a:ea typeface="Lexend Deca"/>
                <a:cs typeface="Lexend Deca"/>
                <a:sym typeface="Lexend Dec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119" name="Google Shape;119;p16"/>
          <p:cNvSpPr txBox="1"/>
          <p:nvPr>
            <p:ph idx="5" type="title"/>
          </p:nvPr>
        </p:nvSpPr>
        <p:spPr>
          <a:xfrm>
            <a:off x="8068700" y="1980450"/>
            <a:ext cx="3299700" cy="3543600"/>
          </a:xfrm>
          <a:prstGeom prst="rect">
            <a:avLst/>
          </a:prstGeom>
        </p:spPr>
        <p:txBody>
          <a:bodyPr anchorCtr="0" anchor="t" bIns="121950" lIns="121950" spcFirstLastPara="1" rIns="121950" wrap="square" tIns="121950">
            <a:norm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900"/>
              <a:buFont typeface="Lexend Deca"/>
              <a:buNone/>
              <a:defRPr sz="900">
                <a:latin typeface="Lexend Deca"/>
                <a:ea typeface="Lexend Deca"/>
                <a:cs typeface="Lexend Deca"/>
                <a:sym typeface="Lexend Dec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Intro + 3 columns - Blue">
  <p:cSld name="TITLE_AND_BODY_1_1_1"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7"/>
          <p:cNvSpPr/>
          <p:nvPr/>
        </p:nvSpPr>
        <p:spPr>
          <a:xfrm>
            <a:off x="-6275" y="0"/>
            <a:ext cx="12191700" cy="6858000"/>
          </a:xfrm>
          <a:prstGeom prst="rect">
            <a:avLst/>
          </a:prstGeom>
          <a:solidFill>
            <a:srgbClr val="50B6FF">
              <a:alpha val="2353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2" name="Google Shape;122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84"/>
            <a:ext cx="12191702" cy="6857833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7"/>
          <p:cNvSpPr txBox="1"/>
          <p:nvPr>
            <p:ph type="title"/>
          </p:nvPr>
        </p:nvSpPr>
        <p:spPr>
          <a:xfrm>
            <a:off x="667344" y="493853"/>
            <a:ext cx="7119600" cy="763800"/>
          </a:xfrm>
          <a:prstGeom prst="rect">
            <a:avLst/>
          </a:prstGeom>
        </p:spPr>
        <p:txBody>
          <a:bodyPr anchorCtr="0" anchor="t" bIns="121950" lIns="121950" spcFirstLastPara="1" rIns="121950" wrap="square" tIns="12195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Font typeface="Lexend Deca"/>
              <a:buNone/>
              <a:defRPr sz="3600">
                <a:latin typeface="Lexend Deca"/>
                <a:ea typeface="Lexend Deca"/>
                <a:cs typeface="Lexend Deca"/>
                <a:sym typeface="Lexend Dec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124" name="Google Shape;124;p17"/>
          <p:cNvSpPr txBox="1"/>
          <p:nvPr>
            <p:ph idx="2" type="title"/>
          </p:nvPr>
        </p:nvSpPr>
        <p:spPr>
          <a:xfrm>
            <a:off x="668775" y="1937600"/>
            <a:ext cx="3515100" cy="3815100"/>
          </a:xfrm>
          <a:prstGeom prst="rect">
            <a:avLst/>
          </a:prstGeom>
        </p:spPr>
        <p:txBody>
          <a:bodyPr anchorCtr="0" anchor="t" bIns="121950" lIns="121950" spcFirstLastPara="1" rIns="121950" wrap="square" tIns="121950">
            <a:norm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lab"/>
              <a:buNone/>
              <a:defRPr sz="1400">
                <a:latin typeface="Roboto Slab"/>
                <a:ea typeface="Roboto Slab"/>
                <a:cs typeface="Roboto Slab"/>
                <a:sym typeface="Roboto Slab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125" name="Google Shape;125;p17"/>
          <p:cNvSpPr txBox="1"/>
          <p:nvPr>
            <p:ph idx="12" type="sldNum"/>
          </p:nvPr>
        </p:nvSpPr>
        <p:spPr>
          <a:xfrm>
            <a:off x="11341125" y="205375"/>
            <a:ext cx="850800" cy="525000"/>
          </a:xfrm>
          <a:prstGeom prst="rect">
            <a:avLst/>
          </a:prstGeom>
        </p:spPr>
        <p:txBody>
          <a:bodyPr anchorCtr="0" anchor="ctr" bIns="121950" lIns="121950" spcFirstLastPara="1" rIns="121950" wrap="square" tIns="121950">
            <a:normAutofit/>
          </a:bodyPr>
          <a:lstStyle>
            <a:lvl1pPr lvl="0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1pPr>
            <a:lvl2pPr lvl="1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2pPr>
            <a:lvl3pPr lvl="2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3pPr>
            <a:lvl4pPr lvl="3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4pPr>
            <a:lvl5pPr lvl="4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5pPr>
            <a:lvl6pPr lvl="5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6pPr>
            <a:lvl7pPr lvl="6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7pPr>
            <a:lvl8pPr lvl="7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8pPr>
            <a:lvl9pPr lvl="8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‹#›</a:t>
            </a:fld>
            <a:endParaRPr/>
          </a:p>
        </p:txBody>
      </p:sp>
      <p:sp>
        <p:nvSpPr>
          <p:cNvPr id="126" name="Google Shape;126;p17"/>
          <p:cNvSpPr txBox="1"/>
          <p:nvPr>
            <p:ph idx="3" type="title"/>
          </p:nvPr>
        </p:nvSpPr>
        <p:spPr>
          <a:xfrm>
            <a:off x="700688" y="351039"/>
            <a:ext cx="7119600" cy="304200"/>
          </a:xfrm>
          <a:prstGeom prst="rect">
            <a:avLst/>
          </a:prstGeom>
        </p:spPr>
        <p:txBody>
          <a:bodyPr anchorCtr="0" anchor="t" bIns="121950" lIns="121950" spcFirstLastPara="1" rIns="121950" wrap="square" tIns="12195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50"/>
              <a:buFont typeface="Lexend Deca"/>
              <a:buNone/>
              <a:defRPr sz="950">
                <a:latin typeface="Lexend Deca"/>
                <a:ea typeface="Lexend Deca"/>
                <a:cs typeface="Lexend Deca"/>
                <a:sym typeface="Lexend Dec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127" name="Google Shape;127;p17"/>
          <p:cNvSpPr txBox="1"/>
          <p:nvPr>
            <p:ph idx="4" type="title"/>
          </p:nvPr>
        </p:nvSpPr>
        <p:spPr>
          <a:xfrm>
            <a:off x="4258700" y="1980450"/>
            <a:ext cx="2199300" cy="3543600"/>
          </a:xfrm>
          <a:prstGeom prst="rect">
            <a:avLst/>
          </a:prstGeom>
        </p:spPr>
        <p:txBody>
          <a:bodyPr anchorCtr="0" anchor="t" bIns="121950" lIns="121950" spcFirstLastPara="1" rIns="121950" wrap="square" tIns="121950">
            <a:norm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900"/>
              <a:buFont typeface="Lexend Deca"/>
              <a:buNone/>
              <a:defRPr sz="900">
                <a:latin typeface="Lexend Deca"/>
                <a:ea typeface="Lexend Deca"/>
                <a:cs typeface="Lexend Deca"/>
                <a:sym typeface="Lexend Dec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128" name="Google Shape;128;p17"/>
          <p:cNvSpPr txBox="1"/>
          <p:nvPr>
            <p:ph idx="5" type="title"/>
          </p:nvPr>
        </p:nvSpPr>
        <p:spPr>
          <a:xfrm>
            <a:off x="6468500" y="1980450"/>
            <a:ext cx="2199300" cy="3543600"/>
          </a:xfrm>
          <a:prstGeom prst="rect">
            <a:avLst/>
          </a:prstGeom>
        </p:spPr>
        <p:txBody>
          <a:bodyPr anchorCtr="0" anchor="t" bIns="121950" lIns="121950" spcFirstLastPara="1" rIns="121950" wrap="square" tIns="121950">
            <a:norm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900"/>
              <a:buFont typeface="Lexend Deca"/>
              <a:buNone/>
              <a:defRPr sz="900">
                <a:latin typeface="Lexend Deca"/>
                <a:ea typeface="Lexend Deca"/>
                <a:cs typeface="Lexend Deca"/>
                <a:sym typeface="Lexend Dec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129" name="Google Shape;129;p17"/>
          <p:cNvSpPr txBox="1"/>
          <p:nvPr>
            <p:ph idx="6" type="title"/>
          </p:nvPr>
        </p:nvSpPr>
        <p:spPr>
          <a:xfrm>
            <a:off x="8678300" y="1980450"/>
            <a:ext cx="2199300" cy="3543600"/>
          </a:xfrm>
          <a:prstGeom prst="rect">
            <a:avLst/>
          </a:prstGeom>
        </p:spPr>
        <p:txBody>
          <a:bodyPr anchorCtr="0" anchor="t" bIns="121950" lIns="121950" spcFirstLastPara="1" rIns="121950" wrap="square" tIns="121950">
            <a:norm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900"/>
              <a:buFont typeface="Lexend Deca"/>
              <a:buNone/>
              <a:defRPr sz="900">
                <a:latin typeface="Lexend Deca"/>
                <a:ea typeface="Lexend Deca"/>
                <a:cs typeface="Lexend Deca"/>
                <a:sym typeface="Lexend Dec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Intro + 2 columns - Blue">
  <p:cSld name="TITLE_AND_BODY_1_1_1_2"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8"/>
          <p:cNvSpPr/>
          <p:nvPr/>
        </p:nvSpPr>
        <p:spPr>
          <a:xfrm>
            <a:off x="-6275" y="0"/>
            <a:ext cx="12191700" cy="6858000"/>
          </a:xfrm>
          <a:prstGeom prst="rect">
            <a:avLst/>
          </a:prstGeom>
          <a:solidFill>
            <a:srgbClr val="50B6FF">
              <a:alpha val="2353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2" name="Google Shape;132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84"/>
            <a:ext cx="12191702" cy="6857833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8"/>
          <p:cNvSpPr txBox="1"/>
          <p:nvPr>
            <p:ph type="title"/>
          </p:nvPr>
        </p:nvSpPr>
        <p:spPr>
          <a:xfrm>
            <a:off x="667344" y="493853"/>
            <a:ext cx="7119600" cy="763800"/>
          </a:xfrm>
          <a:prstGeom prst="rect">
            <a:avLst/>
          </a:prstGeom>
        </p:spPr>
        <p:txBody>
          <a:bodyPr anchorCtr="0" anchor="t" bIns="121950" lIns="121950" spcFirstLastPara="1" rIns="121950" wrap="square" tIns="12195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Font typeface="Lexend Deca"/>
              <a:buNone/>
              <a:defRPr sz="3600">
                <a:latin typeface="Lexend Deca"/>
                <a:ea typeface="Lexend Deca"/>
                <a:cs typeface="Lexend Deca"/>
                <a:sym typeface="Lexend Dec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134" name="Google Shape;134;p18"/>
          <p:cNvSpPr txBox="1"/>
          <p:nvPr>
            <p:ph idx="2" type="title"/>
          </p:nvPr>
        </p:nvSpPr>
        <p:spPr>
          <a:xfrm>
            <a:off x="668775" y="1937600"/>
            <a:ext cx="3515100" cy="3815100"/>
          </a:xfrm>
          <a:prstGeom prst="rect">
            <a:avLst/>
          </a:prstGeom>
        </p:spPr>
        <p:txBody>
          <a:bodyPr anchorCtr="0" anchor="t" bIns="121950" lIns="121950" spcFirstLastPara="1" rIns="121950" wrap="square" tIns="121950">
            <a:norm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lab"/>
              <a:buNone/>
              <a:defRPr sz="1400">
                <a:latin typeface="Roboto Slab"/>
                <a:ea typeface="Roboto Slab"/>
                <a:cs typeface="Roboto Slab"/>
                <a:sym typeface="Roboto Slab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135" name="Google Shape;135;p18"/>
          <p:cNvSpPr txBox="1"/>
          <p:nvPr>
            <p:ph idx="12" type="sldNum"/>
          </p:nvPr>
        </p:nvSpPr>
        <p:spPr>
          <a:xfrm>
            <a:off x="11341125" y="205375"/>
            <a:ext cx="850800" cy="525000"/>
          </a:xfrm>
          <a:prstGeom prst="rect">
            <a:avLst/>
          </a:prstGeom>
        </p:spPr>
        <p:txBody>
          <a:bodyPr anchorCtr="0" anchor="ctr" bIns="121950" lIns="121950" spcFirstLastPara="1" rIns="121950" wrap="square" tIns="121950">
            <a:normAutofit/>
          </a:bodyPr>
          <a:lstStyle>
            <a:lvl1pPr lvl="0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1pPr>
            <a:lvl2pPr lvl="1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2pPr>
            <a:lvl3pPr lvl="2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3pPr>
            <a:lvl4pPr lvl="3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4pPr>
            <a:lvl5pPr lvl="4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5pPr>
            <a:lvl6pPr lvl="5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6pPr>
            <a:lvl7pPr lvl="6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7pPr>
            <a:lvl8pPr lvl="7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8pPr>
            <a:lvl9pPr lvl="8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‹#›</a:t>
            </a:fld>
            <a:endParaRPr/>
          </a:p>
        </p:txBody>
      </p:sp>
      <p:sp>
        <p:nvSpPr>
          <p:cNvPr id="136" name="Google Shape;136;p18"/>
          <p:cNvSpPr txBox="1"/>
          <p:nvPr>
            <p:ph idx="3" type="title"/>
          </p:nvPr>
        </p:nvSpPr>
        <p:spPr>
          <a:xfrm>
            <a:off x="700688" y="351039"/>
            <a:ext cx="7119600" cy="304200"/>
          </a:xfrm>
          <a:prstGeom prst="rect">
            <a:avLst/>
          </a:prstGeom>
        </p:spPr>
        <p:txBody>
          <a:bodyPr anchorCtr="0" anchor="t" bIns="121950" lIns="121950" spcFirstLastPara="1" rIns="121950" wrap="square" tIns="12195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50"/>
              <a:buFont typeface="Lexend Deca"/>
              <a:buNone/>
              <a:defRPr sz="950">
                <a:latin typeface="Lexend Deca"/>
                <a:ea typeface="Lexend Deca"/>
                <a:cs typeface="Lexend Deca"/>
                <a:sym typeface="Lexend Dec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137" name="Google Shape;137;p18"/>
          <p:cNvSpPr txBox="1"/>
          <p:nvPr>
            <p:ph idx="4" type="title"/>
          </p:nvPr>
        </p:nvSpPr>
        <p:spPr>
          <a:xfrm>
            <a:off x="4487300" y="1980450"/>
            <a:ext cx="3299700" cy="3543600"/>
          </a:xfrm>
          <a:prstGeom prst="rect">
            <a:avLst/>
          </a:prstGeom>
        </p:spPr>
        <p:txBody>
          <a:bodyPr anchorCtr="0" anchor="t" bIns="121950" lIns="121950" spcFirstLastPara="1" rIns="121950" wrap="square" tIns="121950">
            <a:norm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900"/>
              <a:buFont typeface="Lexend Deca"/>
              <a:buNone/>
              <a:defRPr sz="900">
                <a:latin typeface="Lexend Deca"/>
                <a:ea typeface="Lexend Deca"/>
                <a:cs typeface="Lexend Deca"/>
                <a:sym typeface="Lexend Dec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138" name="Google Shape;138;p18"/>
          <p:cNvSpPr txBox="1"/>
          <p:nvPr>
            <p:ph idx="5" type="title"/>
          </p:nvPr>
        </p:nvSpPr>
        <p:spPr>
          <a:xfrm>
            <a:off x="8068700" y="1980450"/>
            <a:ext cx="3299700" cy="3543600"/>
          </a:xfrm>
          <a:prstGeom prst="rect">
            <a:avLst/>
          </a:prstGeom>
        </p:spPr>
        <p:txBody>
          <a:bodyPr anchorCtr="0" anchor="t" bIns="121950" lIns="121950" spcFirstLastPara="1" rIns="121950" wrap="square" tIns="121950">
            <a:norm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900"/>
              <a:buFont typeface="Lexend Deca"/>
              <a:buNone/>
              <a:defRPr sz="900">
                <a:latin typeface="Lexend Deca"/>
                <a:ea typeface="Lexend Deca"/>
                <a:cs typeface="Lexend Deca"/>
                <a:sym typeface="Lexend Dec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Intro + 3 columns - White">
  <p:cSld name="TITLE_AND_BODY_1_1_1_1"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Google Shape;140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-6"/>
            <a:ext cx="12191702" cy="6857849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9"/>
          <p:cNvSpPr txBox="1"/>
          <p:nvPr>
            <p:ph type="title"/>
          </p:nvPr>
        </p:nvSpPr>
        <p:spPr>
          <a:xfrm>
            <a:off x="667344" y="493853"/>
            <a:ext cx="7119600" cy="763800"/>
          </a:xfrm>
          <a:prstGeom prst="rect">
            <a:avLst/>
          </a:prstGeom>
        </p:spPr>
        <p:txBody>
          <a:bodyPr anchorCtr="0" anchor="t" bIns="121950" lIns="121950" spcFirstLastPara="1" rIns="121950" wrap="square" tIns="12195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Font typeface="Lexend Deca"/>
              <a:buNone/>
              <a:defRPr sz="3600">
                <a:latin typeface="Lexend Deca"/>
                <a:ea typeface="Lexend Deca"/>
                <a:cs typeface="Lexend Deca"/>
                <a:sym typeface="Lexend Dec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142" name="Google Shape;142;p19"/>
          <p:cNvSpPr txBox="1"/>
          <p:nvPr>
            <p:ph idx="2" type="title"/>
          </p:nvPr>
        </p:nvSpPr>
        <p:spPr>
          <a:xfrm>
            <a:off x="668775" y="1937600"/>
            <a:ext cx="3515100" cy="3815100"/>
          </a:xfrm>
          <a:prstGeom prst="rect">
            <a:avLst/>
          </a:prstGeom>
        </p:spPr>
        <p:txBody>
          <a:bodyPr anchorCtr="0" anchor="t" bIns="121950" lIns="121950" spcFirstLastPara="1" rIns="121950" wrap="square" tIns="121950">
            <a:norm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lab"/>
              <a:buNone/>
              <a:defRPr sz="1400">
                <a:latin typeface="Roboto Slab"/>
                <a:ea typeface="Roboto Slab"/>
                <a:cs typeface="Roboto Slab"/>
                <a:sym typeface="Roboto Slab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143" name="Google Shape;143;p19"/>
          <p:cNvSpPr txBox="1"/>
          <p:nvPr>
            <p:ph idx="12" type="sldNum"/>
          </p:nvPr>
        </p:nvSpPr>
        <p:spPr>
          <a:xfrm>
            <a:off x="11341125" y="205375"/>
            <a:ext cx="850800" cy="525000"/>
          </a:xfrm>
          <a:prstGeom prst="rect">
            <a:avLst/>
          </a:prstGeom>
        </p:spPr>
        <p:txBody>
          <a:bodyPr anchorCtr="0" anchor="ctr" bIns="121950" lIns="121950" spcFirstLastPara="1" rIns="121950" wrap="square" tIns="121950">
            <a:normAutofit/>
          </a:bodyPr>
          <a:lstStyle>
            <a:lvl1pPr lvl="0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1pPr>
            <a:lvl2pPr lvl="1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2pPr>
            <a:lvl3pPr lvl="2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3pPr>
            <a:lvl4pPr lvl="3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4pPr>
            <a:lvl5pPr lvl="4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5pPr>
            <a:lvl6pPr lvl="5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6pPr>
            <a:lvl7pPr lvl="6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7pPr>
            <a:lvl8pPr lvl="7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8pPr>
            <a:lvl9pPr lvl="8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‹#›</a:t>
            </a:fld>
            <a:endParaRPr/>
          </a:p>
        </p:txBody>
      </p:sp>
      <p:sp>
        <p:nvSpPr>
          <p:cNvPr id="144" name="Google Shape;144;p19"/>
          <p:cNvSpPr txBox="1"/>
          <p:nvPr>
            <p:ph idx="3" type="title"/>
          </p:nvPr>
        </p:nvSpPr>
        <p:spPr>
          <a:xfrm>
            <a:off x="700688" y="351039"/>
            <a:ext cx="7119600" cy="304200"/>
          </a:xfrm>
          <a:prstGeom prst="rect">
            <a:avLst/>
          </a:prstGeom>
        </p:spPr>
        <p:txBody>
          <a:bodyPr anchorCtr="0" anchor="t" bIns="121950" lIns="121950" spcFirstLastPara="1" rIns="121950" wrap="square" tIns="12195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50"/>
              <a:buFont typeface="Lexend Deca"/>
              <a:buNone/>
              <a:defRPr sz="950">
                <a:latin typeface="Lexend Deca"/>
                <a:ea typeface="Lexend Deca"/>
                <a:cs typeface="Lexend Deca"/>
                <a:sym typeface="Lexend Dec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145" name="Google Shape;145;p19"/>
          <p:cNvSpPr txBox="1"/>
          <p:nvPr>
            <p:ph idx="4" type="title"/>
          </p:nvPr>
        </p:nvSpPr>
        <p:spPr>
          <a:xfrm>
            <a:off x="4258700" y="1980450"/>
            <a:ext cx="2199300" cy="3543600"/>
          </a:xfrm>
          <a:prstGeom prst="rect">
            <a:avLst/>
          </a:prstGeom>
        </p:spPr>
        <p:txBody>
          <a:bodyPr anchorCtr="0" anchor="t" bIns="121950" lIns="121950" spcFirstLastPara="1" rIns="121950" wrap="square" tIns="121950">
            <a:norm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900"/>
              <a:buFont typeface="Lexend Deca"/>
              <a:buNone/>
              <a:defRPr sz="900">
                <a:latin typeface="Lexend Deca"/>
                <a:ea typeface="Lexend Deca"/>
                <a:cs typeface="Lexend Deca"/>
                <a:sym typeface="Lexend Dec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146" name="Google Shape;146;p19"/>
          <p:cNvSpPr txBox="1"/>
          <p:nvPr>
            <p:ph idx="5" type="title"/>
          </p:nvPr>
        </p:nvSpPr>
        <p:spPr>
          <a:xfrm>
            <a:off x="6468500" y="1980450"/>
            <a:ext cx="2199300" cy="3543600"/>
          </a:xfrm>
          <a:prstGeom prst="rect">
            <a:avLst/>
          </a:prstGeom>
        </p:spPr>
        <p:txBody>
          <a:bodyPr anchorCtr="0" anchor="t" bIns="121950" lIns="121950" spcFirstLastPara="1" rIns="121950" wrap="square" tIns="121950">
            <a:norm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900"/>
              <a:buFont typeface="Lexend Deca"/>
              <a:buNone/>
              <a:defRPr sz="900">
                <a:latin typeface="Lexend Deca"/>
                <a:ea typeface="Lexend Deca"/>
                <a:cs typeface="Lexend Deca"/>
                <a:sym typeface="Lexend Dec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147" name="Google Shape;147;p19"/>
          <p:cNvSpPr txBox="1"/>
          <p:nvPr>
            <p:ph idx="6" type="title"/>
          </p:nvPr>
        </p:nvSpPr>
        <p:spPr>
          <a:xfrm>
            <a:off x="8678300" y="1980450"/>
            <a:ext cx="2199300" cy="3543600"/>
          </a:xfrm>
          <a:prstGeom prst="rect">
            <a:avLst/>
          </a:prstGeom>
        </p:spPr>
        <p:txBody>
          <a:bodyPr anchorCtr="0" anchor="t" bIns="121950" lIns="121950" spcFirstLastPara="1" rIns="121950" wrap="square" tIns="121950">
            <a:norm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900"/>
              <a:buFont typeface="Lexend Deca"/>
              <a:buNone/>
              <a:defRPr sz="900">
                <a:latin typeface="Lexend Deca"/>
                <a:ea typeface="Lexend Deca"/>
                <a:cs typeface="Lexend Deca"/>
                <a:sym typeface="Lexend Dec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Intro + 2 columns - White">
  <p:cSld name="TITLE_AND_BODY_1_1_1_1_1"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9" name="Google Shape;149;p2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-6"/>
            <a:ext cx="12191702" cy="6857849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20"/>
          <p:cNvSpPr txBox="1"/>
          <p:nvPr>
            <p:ph type="title"/>
          </p:nvPr>
        </p:nvSpPr>
        <p:spPr>
          <a:xfrm>
            <a:off x="667344" y="493853"/>
            <a:ext cx="7119600" cy="763800"/>
          </a:xfrm>
          <a:prstGeom prst="rect">
            <a:avLst/>
          </a:prstGeom>
        </p:spPr>
        <p:txBody>
          <a:bodyPr anchorCtr="0" anchor="t" bIns="121950" lIns="121950" spcFirstLastPara="1" rIns="121950" wrap="square" tIns="12195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Font typeface="Lexend Deca"/>
              <a:buNone/>
              <a:defRPr sz="3600">
                <a:latin typeface="Lexend Deca"/>
                <a:ea typeface="Lexend Deca"/>
                <a:cs typeface="Lexend Deca"/>
                <a:sym typeface="Lexend Dec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151" name="Google Shape;151;p20"/>
          <p:cNvSpPr txBox="1"/>
          <p:nvPr>
            <p:ph idx="2" type="title"/>
          </p:nvPr>
        </p:nvSpPr>
        <p:spPr>
          <a:xfrm>
            <a:off x="668775" y="1937600"/>
            <a:ext cx="3515100" cy="3815100"/>
          </a:xfrm>
          <a:prstGeom prst="rect">
            <a:avLst/>
          </a:prstGeom>
        </p:spPr>
        <p:txBody>
          <a:bodyPr anchorCtr="0" anchor="t" bIns="121950" lIns="121950" spcFirstLastPara="1" rIns="121950" wrap="square" tIns="121950">
            <a:norm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 Slab"/>
              <a:buNone/>
              <a:defRPr sz="1400">
                <a:latin typeface="Roboto Slab"/>
                <a:ea typeface="Roboto Slab"/>
                <a:cs typeface="Roboto Slab"/>
                <a:sym typeface="Roboto Slab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152" name="Google Shape;152;p20"/>
          <p:cNvSpPr txBox="1"/>
          <p:nvPr>
            <p:ph idx="12" type="sldNum"/>
          </p:nvPr>
        </p:nvSpPr>
        <p:spPr>
          <a:xfrm>
            <a:off x="11341125" y="205375"/>
            <a:ext cx="850800" cy="525000"/>
          </a:xfrm>
          <a:prstGeom prst="rect">
            <a:avLst/>
          </a:prstGeom>
        </p:spPr>
        <p:txBody>
          <a:bodyPr anchorCtr="0" anchor="ctr" bIns="121950" lIns="121950" spcFirstLastPara="1" rIns="121950" wrap="square" tIns="121950">
            <a:normAutofit/>
          </a:bodyPr>
          <a:lstStyle>
            <a:lvl1pPr lvl="0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1pPr>
            <a:lvl2pPr lvl="1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2pPr>
            <a:lvl3pPr lvl="2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3pPr>
            <a:lvl4pPr lvl="3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4pPr>
            <a:lvl5pPr lvl="4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5pPr>
            <a:lvl6pPr lvl="5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6pPr>
            <a:lvl7pPr lvl="6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7pPr>
            <a:lvl8pPr lvl="7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8pPr>
            <a:lvl9pPr lvl="8" rtl="0" algn="ctr">
              <a:buNone/>
              <a:defRPr sz="1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‹#›</a:t>
            </a:fld>
            <a:endParaRPr/>
          </a:p>
        </p:txBody>
      </p:sp>
      <p:sp>
        <p:nvSpPr>
          <p:cNvPr id="153" name="Google Shape;153;p20"/>
          <p:cNvSpPr txBox="1"/>
          <p:nvPr>
            <p:ph idx="3" type="title"/>
          </p:nvPr>
        </p:nvSpPr>
        <p:spPr>
          <a:xfrm>
            <a:off x="700688" y="351039"/>
            <a:ext cx="7119600" cy="304200"/>
          </a:xfrm>
          <a:prstGeom prst="rect">
            <a:avLst/>
          </a:prstGeom>
        </p:spPr>
        <p:txBody>
          <a:bodyPr anchorCtr="0" anchor="t" bIns="121950" lIns="121950" spcFirstLastPara="1" rIns="121950" wrap="square" tIns="12195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50"/>
              <a:buFont typeface="Lexend Deca"/>
              <a:buNone/>
              <a:defRPr sz="950">
                <a:latin typeface="Lexend Deca"/>
                <a:ea typeface="Lexend Deca"/>
                <a:cs typeface="Lexend Deca"/>
                <a:sym typeface="Lexend Dec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154" name="Google Shape;154;p20"/>
          <p:cNvSpPr txBox="1"/>
          <p:nvPr>
            <p:ph idx="4" type="title"/>
          </p:nvPr>
        </p:nvSpPr>
        <p:spPr>
          <a:xfrm>
            <a:off x="4487300" y="1980450"/>
            <a:ext cx="3299700" cy="3543600"/>
          </a:xfrm>
          <a:prstGeom prst="rect">
            <a:avLst/>
          </a:prstGeom>
        </p:spPr>
        <p:txBody>
          <a:bodyPr anchorCtr="0" anchor="t" bIns="121950" lIns="121950" spcFirstLastPara="1" rIns="121950" wrap="square" tIns="121950">
            <a:norm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900"/>
              <a:buFont typeface="Lexend Deca"/>
              <a:buNone/>
              <a:defRPr sz="900">
                <a:latin typeface="Lexend Deca"/>
                <a:ea typeface="Lexend Deca"/>
                <a:cs typeface="Lexend Deca"/>
                <a:sym typeface="Lexend Dec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155" name="Google Shape;155;p20"/>
          <p:cNvSpPr txBox="1"/>
          <p:nvPr>
            <p:ph idx="5" type="title"/>
          </p:nvPr>
        </p:nvSpPr>
        <p:spPr>
          <a:xfrm>
            <a:off x="8068700" y="1980450"/>
            <a:ext cx="3299700" cy="3543600"/>
          </a:xfrm>
          <a:prstGeom prst="rect">
            <a:avLst/>
          </a:prstGeom>
        </p:spPr>
        <p:txBody>
          <a:bodyPr anchorCtr="0" anchor="t" bIns="121950" lIns="121950" spcFirstLastPara="1" rIns="121950" wrap="square" tIns="121950">
            <a:norm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900"/>
              <a:buFont typeface="Lexend Deca"/>
              <a:buNone/>
              <a:defRPr sz="900">
                <a:latin typeface="Lexend Deca"/>
                <a:ea typeface="Lexend Deca"/>
                <a:cs typeface="Lexend Deca"/>
                <a:sym typeface="Lexend Dec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sic white slide" type="blank">
  <p:cSld name="BLANK"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1"/>
          <p:cNvSpPr txBox="1"/>
          <p:nvPr>
            <p:ph idx="12" type="sldNum"/>
          </p:nvPr>
        </p:nvSpPr>
        <p:spPr>
          <a:xfrm>
            <a:off x="11341125" y="205375"/>
            <a:ext cx="850800" cy="525000"/>
          </a:xfrm>
          <a:prstGeom prst="rect">
            <a:avLst/>
          </a:prstGeom>
        </p:spPr>
        <p:txBody>
          <a:bodyPr anchorCtr="0" anchor="ctr" bIns="121950" lIns="121950" spcFirstLastPara="1" rIns="121950" wrap="square" tIns="121950">
            <a:normAutofit/>
          </a:bodyPr>
          <a:lstStyle>
            <a:lvl1pPr lvl="0" rtl="0">
              <a:buNone/>
              <a:defRPr>
                <a:latin typeface="Lexend Deca"/>
                <a:ea typeface="Lexend Deca"/>
                <a:cs typeface="Lexend Deca"/>
                <a:sym typeface="Lexend Deca"/>
              </a:defRPr>
            </a:lvl1pPr>
            <a:lvl2pPr lvl="1" rtl="0">
              <a:buNone/>
              <a:defRPr>
                <a:latin typeface="Lexend Deca"/>
                <a:ea typeface="Lexend Deca"/>
                <a:cs typeface="Lexend Deca"/>
                <a:sym typeface="Lexend Deca"/>
              </a:defRPr>
            </a:lvl2pPr>
            <a:lvl3pPr lvl="2" rtl="0">
              <a:buNone/>
              <a:defRPr>
                <a:latin typeface="Lexend Deca"/>
                <a:ea typeface="Lexend Deca"/>
                <a:cs typeface="Lexend Deca"/>
                <a:sym typeface="Lexend Deca"/>
              </a:defRPr>
            </a:lvl3pPr>
            <a:lvl4pPr lvl="3" rtl="0">
              <a:buNone/>
              <a:defRPr>
                <a:latin typeface="Lexend Deca"/>
                <a:ea typeface="Lexend Deca"/>
                <a:cs typeface="Lexend Deca"/>
                <a:sym typeface="Lexend Deca"/>
              </a:defRPr>
            </a:lvl4pPr>
            <a:lvl5pPr lvl="4" rtl="0">
              <a:buNone/>
              <a:defRPr>
                <a:latin typeface="Lexend Deca"/>
                <a:ea typeface="Lexend Deca"/>
                <a:cs typeface="Lexend Deca"/>
                <a:sym typeface="Lexend Deca"/>
              </a:defRPr>
            </a:lvl5pPr>
            <a:lvl6pPr lvl="5" rtl="0">
              <a:buNone/>
              <a:defRPr>
                <a:latin typeface="Lexend Deca"/>
                <a:ea typeface="Lexend Deca"/>
                <a:cs typeface="Lexend Deca"/>
                <a:sym typeface="Lexend Deca"/>
              </a:defRPr>
            </a:lvl6pPr>
            <a:lvl7pPr lvl="6" rtl="0">
              <a:buNone/>
              <a:defRPr>
                <a:latin typeface="Lexend Deca"/>
                <a:ea typeface="Lexend Deca"/>
                <a:cs typeface="Lexend Deca"/>
                <a:sym typeface="Lexend Deca"/>
              </a:defRPr>
            </a:lvl7pPr>
            <a:lvl8pPr lvl="7" rtl="0">
              <a:buNone/>
              <a:defRPr>
                <a:latin typeface="Lexend Deca"/>
                <a:ea typeface="Lexend Deca"/>
                <a:cs typeface="Lexend Deca"/>
                <a:sym typeface="Lexend Deca"/>
              </a:defRPr>
            </a:lvl8pPr>
            <a:lvl9pPr lvl="8" rtl="0">
              <a:buNone/>
              <a:defRPr>
                <a:latin typeface="Lexend Deca"/>
                <a:ea typeface="Lexend Deca"/>
                <a:cs typeface="Lexend Deca"/>
                <a:sym typeface="Lexend Deca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‹#›</a:t>
            </a:fld>
            <a:endParaRPr/>
          </a:p>
        </p:txBody>
      </p:sp>
      <p:sp>
        <p:nvSpPr>
          <p:cNvPr id="158" name="Google Shape;158;p21"/>
          <p:cNvSpPr txBox="1"/>
          <p:nvPr>
            <p:ph type="title"/>
          </p:nvPr>
        </p:nvSpPr>
        <p:spPr>
          <a:xfrm>
            <a:off x="667344" y="493853"/>
            <a:ext cx="7119600" cy="763800"/>
          </a:xfrm>
          <a:prstGeom prst="rect">
            <a:avLst/>
          </a:prstGeom>
        </p:spPr>
        <p:txBody>
          <a:bodyPr anchorCtr="0" anchor="t" bIns="121950" lIns="121950" spcFirstLastPara="1" rIns="121950" wrap="square" tIns="12195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Font typeface="Lexend Deca"/>
              <a:buNone/>
              <a:defRPr sz="3600">
                <a:latin typeface="Lexend Deca"/>
                <a:ea typeface="Lexend Deca"/>
                <a:cs typeface="Lexend Deca"/>
                <a:sym typeface="Lexend Dec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159" name="Google Shape;159;p21"/>
          <p:cNvSpPr txBox="1"/>
          <p:nvPr>
            <p:ph idx="2" type="title"/>
          </p:nvPr>
        </p:nvSpPr>
        <p:spPr>
          <a:xfrm>
            <a:off x="700688" y="351039"/>
            <a:ext cx="7119600" cy="304200"/>
          </a:xfrm>
          <a:prstGeom prst="rect">
            <a:avLst/>
          </a:prstGeom>
        </p:spPr>
        <p:txBody>
          <a:bodyPr anchorCtr="0" anchor="t" bIns="121950" lIns="121950" spcFirstLastPara="1" rIns="121950" wrap="square" tIns="12195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50"/>
              <a:buFont typeface="Lexend Deca"/>
              <a:buNone/>
              <a:defRPr sz="950">
                <a:latin typeface="Lexend Deca"/>
                <a:ea typeface="Lexend Deca"/>
                <a:cs typeface="Lexend Deca"/>
                <a:sym typeface="Lexend Dec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Relationship Id="rId9" Type="http://schemas.openxmlformats.org/officeDocument/2006/relationships/slideLayout" Target="../slideLayouts/slideLayout7.xml"/><Relationship Id="rId10" Type="http://schemas.openxmlformats.org/officeDocument/2006/relationships/slideLayout" Target="../slideLayouts/slideLayout8.xml"/><Relationship Id="rId11" Type="http://schemas.openxmlformats.org/officeDocument/2006/relationships/slideLayout" Target="../slideLayouts/slideLayout9.xml"/><Relationship Id="rId12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1.xml"/><Relationship Id="rId14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5.xml"/><Relationship Id="rId18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7.xml"/><Relationship Id="rId20" Type="http://schemas.openxmlformats.org/officeDocument/2006/relationships/slideLayout" Target="../slideLayouts/slideLayout18.xml"/><Relationship Id="rId21" Type="http://schemas.openxmlformats.org/officeDocument/2006/relationships/slideLayout" Target="../slideLayouts/slideLayout19.xml"/><Relationship Id="rId22" Type="http://schemas.openxmlformats.org/officeDocument/2006/relationships/slideLayout" Target="../slideLayouts/slideLayout20.xml"/><Relationship Id="rId2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6;p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11218838" y="0"/>
            <a:ext cx="109537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7;p1"/>
          <p:cNvSpPr txBox="1"/>
          <p:nvPr>
            <p:ph type="title"/>
          </p:nvPr>
        </p:nvSpPr>
        <p:spPr>
          <a:xfrm>
            <a:off x="667325" y="599350"/>
            <a:ext cx="10674000" cy="7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50" lIns="121950" spcFirstLastPara="1" rIns="121950" wrap="square" tIns="1219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Lexend Deca SemiBold"/>
              <a:buNone/>
              <a:defRPr sz="3600">
                <a:solidFill>
                  <a:schemeClr val="dk1"/>
                </a:solidFill>
                <a:latin typeface="Lexend Deca SemiBold"/>
                <a:ea typeface="Lexend Deca SemiBold"/>
                <a:cs typeface="Lexend Deca SemiBold"/>
                <a:sym typeface="Lexend Deca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" type="body"/>
          </p:nvPr>
        </p:nvSpPr>
        <p:spPr>
          <a:xfrm>
            <a:off x="807625" y="1536625"/>
            <a:ext cx="10533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50" lIns="121950" spcFirstLastPara="1" rIns="121950" wrap="square" tIns="121950">
            <a:normAutofit/>
          </a:bodyPr>
          <a:lstStyle>
            <a:lvl1pPr indent="-3810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Lexend Deca"/>
              <a:buChar char="●"/>
              <a:defRPr sz="24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1pPr>
            <a:lvl2pPr indent="-3492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Lexend Deca"/>
              <a:buChar char="○"/>
              <a:defRPr sz="19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2pPr>
            <a:lvl3pPr indent="-3492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Lexend Deca"/>
              <a:buChar char="■"/>
              <a:defRPr sz="19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3pPr>
            <a:lvl4pPr indent="-3492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Lexend Deca"/>
              <a:buChar char="●"/>
              <a:defRPr sz="19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4pPr>
            <a:lvl5pPr indent="-3492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Lexend Deca"/>
              <a:buChar char="○"/>
              <a:defRPr sz="19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5pPr>
            <a:lvl6pPr indent="-3492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Lexend Deca"/>
              <a:buChar char="■"/>
              <a:defRPr sz="19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6pPr>
            <a:lvl7pPr indent="-3492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Lexend Deca"/>
              <a:buChar char="●"/>
              <a:defRPr sz="19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7pPr>
            <a:lvl8pPr indent="-3492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Lexend Deca"/>
              <a:buChar char="○"/>
              <a:defRPr sz="19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8pPr>
            <a:lvl9pPr indent="-3492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Lexend Deca"/>
              <a:buChar char="■"/>
              <a:defRPr sz="1900">
                <a:solidFill>
                  <a:schemeClr val="dk2"/>
                </a:solidFill>
                <a:latin typeface="Lexend Deca"/>
                <a:ea typeface="Lexend Deca"/>
                <a:cs typeface="Lexend Deca"/>
                <a:sym typeface="Lexend Deca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2" type="sldNum"/>
          </p:nvPr>
        </p:nvSpPr>
        <p:spPr>
          <a:xfrm>
            <a:off x="11341125" y="205375"/>
            <a:ext cx="850800" cy="52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50" lIns="121950" spcFirstLastPara="1" rIns="121950" wrap="square" tIns="121950">
            <a:normAutofit/>
          </a:bodyPr>
          <a:lstStyle>
            <a:lvl1pPr lvl="0" algn="ctr">
              <a:buNone/>
              <a:defRPr sz="1400">
                <a:solidFill>
                  <a:schemeClr val="dk2"/>
                </a:solidFill>
              </a:defRPr>
            </a:lvl1pPr>
            <a:lvl2pPr lvl="1" algn="ctr">
              <a:buNone/>
              <a:defRPr sz="1400">
                <a:solidFill>
                  <a:schemeClr val="dk2"/>
                </a:solidFill>
              </a:defRPr>
            </a:lvl2pPr>
            <a:lvl3pPr lvl="2" algn="ctr">
              <a:buNone/>
              <a:defRPr sz="1400">
                <a:solidFill>
                  <a:schemeClr val="dk2"/>
                </a:solidFill>
              </a:defRPr>
            </a:lvl3pPr>
            <a:lvl4pPr lvl="3" algn="ctr">
              <a:buNone/>
              <a:defRPr sz="1400">
                <a:solidFill>
                  <a:schemeClr val="dk2"/>
                </a:solidFill>
              </a:defRPr>
            </a:lvl4pPr>
            <a:lvl5pPr lvl="4" algn="ctr">
              <a:buNone/>
              <a:defRPr sz="1400">
                <a:solidFill>
                  <a:schemeClr val="dk2"/>
                </a:solidFill>
              </a:defRPr>
            </a:lvl5pPr>
            <a:lvl6pPr lvl="5" algn="ctr">
              <a:buNone/>
              <a:defRPr sz="1400">
                <a:solidFill>
                  <a:schemeClr val="dk2"/>
                </a:solidFill>
              </a:defRPr>
            </a:lvl6pPr>
            <a:lvl7pPr lvl="6" algn="ctr">
              <a:buNone/>
              <a:defRPr sz="1400">
                <a:solidFill>
                  <a:schemeClr val="dk2"/>
                </a:solidFill>
              </a:defRPr>
            </a:lvl7pPr>
            <a:lvl8pPr lvl="7" algn="ctr">
              <a:buNone/>
              <a:defRPr sz="1400">
                <a:solidFill>
                  <a:schemeClr val="dk2"/>
                </a:solidFill>
              </a:defRPr>
            </a:lvl8pPr>
            <a:lvl9pPr lvl="8" algn="ctr">
              <a:buNone/>
              <a:defRPr sz="1400">
                <a:solidFill>
                  <a:schemeClr val="dk2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nl"/>
              <a:t>‹#›</a:t>
            </a:fld>
            <a:endParaRPr/>
          </a:p>
        </p:txBody>
      </p:sp>
      <p:pic>
        <p:nvPicPr>
          <p:cNvPr id="10" name="Google Shape;10;p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666975" y="6481068"/>
            <a:ext cx="199100" cy="49775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3"/>
    <p:sldLayoutId id="2147483649" r:id="rId4"/>
    <p:sldLayoutId id="2147483650" r:id="rId5"/>
    <p:sldLayoutId id="2147483651" r:id="rId6"/>
    <p:sldLayoutId id="2147483652" r:id="rId7"/>
    <p:sldLayoutId id="2147483653" r:id="rId8"/>
    <p:sldLayoutId id="2147483654" r:id="rId9"/>
    <p:sldLayoutId id="2147483655" r:id="rId10"/>
    <p:sldLayoutId id="2147483656" r:id="rId11"/>
    <p:sldLayoutId id="2147483657" r:id="rId12"/>
    <p:sldLayoutId id="2147483658" r:id="rId13"/>
    <p:sldLayoutId id="2147483659" r:id="rId14"/>
    <p:sldLayoutId id="2147483660" r:id="rId15"/>
    <p:sldLayoutId id="2147483661" r:id="rId16"/>
    <p:sldLayoutId id="2147483662" r:id="rId17"/>
    <p:sldLayoutId id="2147483663" r:id="rId18"/>
    <p:sldLayoutId id="2147483664" r:id="rId19"/>
    <p:sldLayoutId id="2147483665" r:id="rId20"/>
    <p:sldLayoutId id="2147483666" r:id="rId21"/>
    <p:sldLayoutId id="2147483667" r:id="rId2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Claude for Product Data Loading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>
            <a:r>
              <a:t>Kingspan Light + Air  ·  Salesforce RCA  ·  Nextview Consulting  ·  May 2026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3"/>
          </p:nvPr>
        </p:nvSpPr>
        <p:spPr/>
        <p:txBody>
          <a:bodyPr/>
          <a:lstStyle/>
          <a:p/>
        </p:txBody>
      </p:sp>
      <p:sp>
        <p:nvSpPr>
          <p:cNvPr id="5" name="Title 4"/>
          <p:cNvSpPr>
            <a:spLocks noGrp="1"/>
          </p:cNvSpPr>
          <p:nvPr>
            <p:ph type="title" idx="4"/>
          </p:nvPr>
        </p:nvSpPr>
        <p:spPr/>
        <p:txBody>
          <a:bodyPr/>
          <a:lstStyle/>
          <a:p/>
        </p:txBody>
      </p:sp>
      <p:sp>
        <p:nvSpPr>
          <p:cNvPr id="6" name="Picture Placeholder 5"/>
          <p:cNvSpPr>
            <a:spLocks noGrp="1"/>
          </p:cNvSpPr>
          <p:nvPr>
            <p:ph type="pic" idx="5"/>
          </p:nvPr>
        </p:nvSpPr>
        <p:spPr/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8321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0065"/>
                </a:solidFill>
                <a:latin typeface="Lexend Deca"/>
              </a:rPr>
              <a:t>1 · The sample task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83210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0000"/>
                </a:solidFill>
                <a:latin typeface="Lexend Deca"/>
              </a:rPr>
              <a:t>Use-case: load the ECO Roof Ventilator into Salesforce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80160"/>
            <a:ext cx="3931920" cy="2834640"/>
          </a:xfrm>
          <a:prstGeom prst="rect">
            <a:avLst/>
          </a:prstGeom>
          <a:solidFill>
            <a:srgbClr val="F5F0E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41732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C00B1"/>
                </a:solidFill>
                <a:latin typeface="Lexend Deca"/>
              </a:rPr>
              <a:t>THE PRODUCT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719072"/>
            <a:ext cx="3566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0000"/>
                </a:solidFill>
                <a:latin typeface="Lexend Deca"/>
              </a:rPr>
              <a:t>ECO Roof Ventilator (CO)</a:t>
            </a:r>
          </a:p>
        </p:txBody>
      </p:sp>
      <p:sp>
        <p:nvSpPr>
          <p:cNvPr id="9" name="Oval 8"/>
          <p:cNvSpPr/>
          <p:nvPr/>
        </p:nvSpPr>
        <p:spPr>
          <a:xfrm>
            <a:off x="713232" y="2331720"/>
            <a:ext cx="100584" cy="100584"/>
          </a:xfrm>
          <a:prstGeom prst="ellipse">
            <a:avLst/>
          </a:prstGeom>
          <a:solidFill>
            <a:srgbClr val="FF006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28600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5555"/>
                </a:solidFill>
                <a:latin typeface="Lexend Deca"/>
              </a:rPr>
              <a:t>Natural smoke &amp; heat exhaust ventilator (EN 12101-2)</a:t>
            </a:r>
          </a:p>
        </p:txBody>
      </p:sp>
      <p:sp>
        <p:nvSpPr>
          <p:cNvPr id="11" name="Oval 10"/>
          <p:cNvSpPr/>
          <p:nvPr/>
        </p:nvSpPr>
        <p:spPr>
          <a:xfrm>
            <a:off x="713232" y="2697480"/>
            <a:ext cx="100584" cy="100584"/>
          </a:xfrm>
          <a:prstGeom prst="ellipse">
            <a:avLst/>
          </a:prstGeom>
          <a:solidFill>
            <a:srgbClr val="FF006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265176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5555"/>
                </a:solidFill>
                <a:latin typeface="Lexend Deca"/>
              </a:rPr>
              <a:t>Highly configurable: 20 attributes</a:t>
            </a:r>
          </a:p>
        </p:txBody>
      </p:sp>
      <p:sp>
        <p:nvSpPr>
          <p:cNvPr id="13" name="Oval 12"/>
          <p:cNvSpPr/>
          <p:nvPr/>
        </p:nvSpPr>
        <p:spPr>
          <a:xfrm>
            <a:off x="713232" y="3063240"/>
            <a:ext cx="100584" cy="100584"/>
          </a:xfrm>
          <a:prstGeom prst="ellipse">
            <a:avLst/>
          </a:prstGeom>
          <a:solidFill>
            <a:srgbClr val="FF006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6112" y="301752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5555"/>
                </a:solidFill>
                <a:latin typeface="Lexend Deca"/>
              </a:rPr>
              <a:t>14 widths × 22 lengths = 308 size combinations</a:t>
            </a:r>
          </a:p>
        </p:txBody>
      </p:sp>
      <p:sp>
        <p:nvSpPr>
          <p:cNvPr id="15" name="Oval 14"/>
          <p:cNvSpPr/>
          <p:nvPr/>
        </p:nvSpPr>
        <p:spPr>
          <a:xfrm>
            <a:off x="713232" y="3429000"/>
            <a:ext cx="100584" cy="100584"/>
          </a:xfrm>
          <a:prstGeom prst="ellipse">
            <a:avLst/>
          </a:prstGeom>
          <a:solidFill>
            <a:srgbClr val="FF006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" y="338328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5555"/>
                </a:solidFill>
                <a:latin typeface="Lexend Deca"/>
              </a:rPr>
              <a:t>51 control types, 35 thermal-release options</a:t>
            </a:r>
          </a:p>
        </p:txBody>
      </p:sp>
      <p:sp>
        <p:nvSpPr>
          <p:cNvPr id="17" name="Oval 16"/>
          <p:cNvSpPr/>
          <p:nvPr/>
        </p:nvSpPr>
        <p:spPr>
          <a:xfrm>
            <a:off x="713232" y="3794760"/>
            <a:ext cx="100584" cy="100584"/>
          </a:xfrm>
          <a:prstGeom prst="ellipse">
            <a:avLst/>
          </a:prstGeom>
          <a:solidFill>
            <a:srgbClr val="FF006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6112" y="374904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5555"/>
                </a:solidFill>
                <a:latin typeface="Lexend Deca"/>
              </a:rPr>
              <a:t>Configured today in a complex Excel tool with hundreds of formulas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681728" y="1280160"/>
            <a:ext cx="3977639" cy="2834640"/>
          </a:xfrm>
          <a:prstGeom prst="rect">
            <a:avLst/>
          </a:prstGeom>
          <a:solidFill>
            <a:srgbClr val="C5ED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64608" y="141732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C00B1"/>
                </a:solidFill>
                <a:latin typeface="Lexend Deca"/>
              </a:rPr>
              <a:t>THE TASK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64608" y="1719072"/>
            <a:ext cx="3611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0000"/>
                </a:solidFill>
                <a:latin typeface="Lexend Deca"/>
              </a:rPr>
              <a:t>Recreate it as a configurable product in Salesforce RCA</a:t>
            </a:r>
          </a:p>
        </p:txBody>
      </p:sp>
      <p:sp>
        <p:nvSpPr>
          <p:cNvPr id="22" name="Oval 21"/>
          <p:cNvSpPr/>
          <p:nvPr/>
        </p:nvSpPr>
        <p:spPr>
          <a:xfrm>
            <a:off x="4892040" y="2441448"/>
            <a:ext cx="100584" cy="100584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74920" y="2395728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  <a:latin typeface="Lexend Deca"/>
              </a:rPr>
              <a:t>Define all attributes &amp; picklist values</a:t>
            </a:r>
          </a:p>
        </p:txBody>
      </p:sp>
      <p:sp>
        <p:nvSpPr>
          <p:cNvPr id="24" name="Oval 23"/>
          <p:cNvSpPr/>
          <p:nvPr/>
        </p:nvSpPr>
        <p:spPr>
          <a:xfrm>
            <a:off x="4892040" y="2807208"/>
            <a:ext cx="100584" cy="100584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74920" y="2761488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  <a:latin typeface="Lexend Deca"/>
              </a:rPr>
              <a:t>Capture every business rule (which options are valid together)</a:t>
            </a:r>
          </a:p>
        </p:txBody>
      </p:sp>
      <p:sp>
        <p:nvSpPr>
          <p:cNvPr id="26" name="Oval 25"/>
          <p:cNvSpPr/>
          <p:nvPr/>
        </p:nvSpPr>
        <p:spPr>
          <a:xfrm>
            <a:off x="4892040" y="3172968"/>
            <a:ext cx="100584" cy="100584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74920" y="3127248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  <a:latin typeface="Lexend Deca"/>
              </a:rPr>
              <a:t>Reproduce all calculated outputs (area, loads, CO₂, U-value…)</a:t>
            </a:r>
          </a:p>
        </p:txBody>
      </p:sp>
      <p:sp>
        <p:nvSpPr>
          <p:cNvPr id="28" name="Oval 27"/>
          <p:cNvSpPr/>
          <p:nvPr/>
        </p:nvSpPr>
        <p:spPr>
          <a:xfrm>
            <a:off x="4892040" y="3538728"/>
            <a:ext cx="100584" cy="100584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74920" y="3493008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  <a:latin typeface="Lexend Deca"/>
              </a:rPr>
              <a:t>Produce import files Salesforce can load directly</a:t>
            </a:r>
          </a:p>
        </p:txBody>
      </p:sp>
      <p:sp>
        <p:nvSpPr>
          <p:cNvPr id="30" name="Oval 29"/>
          <p:cNvSpPr/>
          <p:nvPr/>
        </p:nvSpPr>
        <p:spPr>
          <a:xfrm>
            <a:off x="4892040" y="3904488"/>
            <a:ext cx="100584" cy="100584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74920" y="3858768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  <a:latin typeface="Lexend Deca"/>
              </a:rPr>
              <a:t>Build a CML constraint model that validates configurations live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02920" y="4279392"/>
            <a:ext cx="8321040" cy="438912"/>
          </a:xfrm>
          <a:prstGeom prst="rect">
            <a:avLst/>
          </a:prstGeom>
          <a:solidFill>
            <a:srgbClr val="4C00B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" y="4343400"/>
            <a:ext cx="8138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Lexend Deca"/>
              </a:rPr>
              <a:t>A realistic, complex, real-world configuration task — exactly the kind of work that normally takes a specialist several days.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8321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0065"/>
                </a:solidFill>
                <a:latin typeface="Lexend Deca"/>
              </a:rPr>
              <a:t>2 · Human vs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83210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0000"/>
                </a:solidFill>
                <a:latin typeface="Lexend Deca"/>
              </a:rPr>
              <a:t>The benefit across skills, time, cost and accuracy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80160"/>
            <a:ext cx="2011680" cy="384048"/>
          </a:xfrm>
          <a:prstGeom prst="rect">
            <a:avLst/>
          </a:prstGeom>
          <a:solidFill>
            <a:srgbClr val="4C00B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335024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Lexend Deca"/>
              </a:rPr>
              <a:t>SKILLS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719072"/>
            <a:ext cx="2011680" cy="1234440"/>
          </a:xfrm>
          <a:prstGeom prst="rect">
            <a:avLst/>
          </a:prstGeom>
          <a:solidFill>
            <a:srgbClr val="F5F0E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773936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E04040"/>
                </a:solidFill>
                <a:latin typeface="Lexend Deca"/>
              </a:rPr>
              <a:t>Human alone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01168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55555"/>
                </a:solidFill>
                <a:latin typeface="Lexend Deca"/>
              </a:rPr>
              <a:t>Needs deep Salesforce RCA + CML expertise AND product domain knowledge. Rare combination.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3017520"/>
            <a:ext cx="2011680" cy="1234440"/>
          </a:xfrm>
          <a:prstGeom prst="rect">
            <a:avLst/>
          </a:prstGeom>
          <a:solidFill>
            <a:srgbClr val="D6EE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3072384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0B050"/>
                </a:solidFill>
                <a:latin typeface="Lexend Deca"/>
              </a:rPr>
              <a:t>Human + Claude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3310128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Lexend Deca"/>
              </a:rPr>
              <a:t>Claude supplies the RCA/CML mechanics; consultant supplies judgement. Lower skill barrier.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624328" y="1280160"/>
            <a:ext cx="2011680" cy="384048"/>
          </a:xfrm>
          <a:prstGeom prst="rect">
            <a:avLst/>
          </a:prstGeom>
          <a:solidFill>
            <a:srgbClr val="4C00B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624328" y="1335024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Lexend Deca"/>
              </a:rPr>
              <a:t>TIME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624328" y="1719072"/>
            <a:ext cx="2011680" cy="1234440"/>
          </a:xfrm>
          <a:prstGeom prst="rect">
            <a:avLst/>
          </a:prstGeom>
          <a:solidFill>
            <a:srgbClr val="F5F0E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15768" y="1773936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E04040"/>
                </a:solidFill>
                <a:latin typeface="Lexend Deca"/>
              </a:rPr>
              <a:t>Human alone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15768" y="201168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55555"/>
                </a:solidFill>
                <a:latin typeface="Lexend Deca"/>
              </a:rPr>
              <a:t>~24–35 hours  (≈ 3 working days) of focused specialist effort.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624328" y="3017520"/>
            <a:ext cx="2011680" cy="1234440"/>
          </a:xfrm>
          <a:prstGeom prst="rect">
            <a:avLst/>
          </a:prstGeom>
          <a:solidFill>
            <a:srgbClr val="C5ED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15768" y="3072384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0B050"/>
                </a:solidFill>
                <a:latin typeface="Lexend Deca"/>
              </a:rPr>
              <a:t>Human + Claude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15768" y="3310128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Lexend Deca"/>
              </a:rPr>
              <a:t>~3 hours in a single session — about 90% faster.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745736" y="1280160"/>
            <a:ext cx="2011680" cy="384048"/>
          </a:xfrm>
          <a:prstGeom prst="rect">
            <a:avLst/>
          </a:prstGeom>
          <a:solidFill>
            <a:srgbClr val="4C00B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45736" y="1335024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Lexend Deca"/>
              </a:rPr>
              <a:t>COST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745736" y="1719072"/>
            <a:ext cx="2011680" cy="1234440"/>
          </a:xfrm>
          <a:prstGeom prst="rect">
            <a:avLst/>
          </a:prstGeom>
          <a:solidFill>
            <a:srgbClr val="F5F0E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837176" y="1773936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E04040"/>
                </a:solidFill>
                <a:latin typeface="Lexend Deca"/>
              </a:rPr>
              <a:t>Human alone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37176" y="201168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55555"/>
                </a:solidFill>
                <a:latin typeface="Lexend Deca"/>
              </a:rPr>
              <a:t>~€3,000–5,000 in consultant time per product.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745736" y="3017520"/>
            <a:ext cx="2011680" cy="1234440"/>
          </a:xfrm>
          <a:prstGeom prst="rect">
            <a:avLst/>
          </a:prstGeom>
          <a:solidFill>
            <a:srgbClr val="F5F0E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837176" y="3072384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0B050"/>
                </a:solidFill>
                <a:latin typeface="Lexend Deca"/>
              </a:rPr>
              <a:t>Human + Claude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37176" y="3310128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Lexend Deca"/>
              </a:rPr>
              <a:t>~€20 AI credits + ~3 h review ≈ a fraction of the cost.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867144" y="1280160"/>
            <a:ext cx="2011680" cy="384048"/>
          </a:xfrm>
          <a:prstGeom prst="rect">
            <a:avLst/>
          </a:prstGeom>
          <a:solidFill>
            <a:srgbClr val="4C00B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67144" y="1335024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Lexend Deca"/>
              </a:rPr>
              <a:t>ACCURACY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867144" y="1719072"/>
            <a:ext cx="2011680" cy="1234440"/>
          </a:xfrm>
          <a:prstGeom prst="rect">
            <a:avLst/>
          </a:prstGeom>
          <a:solidFill>
            <a:srgbClr val="F5F0E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958584" y="1773936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E04040"/>
                </a:solidFill>
                <a:latin typeface="Lexend Deca"/>
              </a:rPr>
              <a:t>Human alone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58584" y="201168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55555"/>
                </a:solidFill>
                <a:latin typeface="Lexend Deca"/>
              </a:rPr>
              <a:t>Manual entry of 213 picklist values &amp; 308 sizes is error-prone; rules easily missed.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867144" y="3017520"/>
            <a:ext cx="2011680" cy="1234440"/>
          </a:xfrm>
          <a:prstGeom prst="rect">
            <a:avLst/>
          </a:prstGeom>
          <a:solidFill>
            <a:srgbClr val="D6EE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958584" y="3072384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0B050"/>
                </a:solidFill>
                <a:latin typeface="Lexend Deca"/>
              </a:rPr>
              <a:t>Human + Claude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58584" y="3310128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Lexend Deca"/>
              </a:rPr>
              <a:t>Values generated and cross-checked automatically; 33 rules enforced in CML.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02920" y="4279392"/>
            <a:ext cx="8321040" cy="438912"/>
          </a:xfrm>
          <a:prstGeom prst="rect">
            <a:avLst/>
          </a:prstGeom>
          <a:solidFill>
            <a:srgbClr val="4C00B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0080" y="4343400"/>
            <a:ext cx="8138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Lexend Deca"/>
              </a:rPr>
              <a:t>~90% faster · ~99% lower cost · fewer errors · lower skill barrier — the consultant moves from data entry to review &amp; judgement.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8321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0065"/>
                </a:solidFill>
                <a:latin typeface="Lexend Deca"/>
              </a:rPr>
              <a:t>3 · Future-state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83210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0000"/>
                </a:solidFill>
                <a:latin typeface="Lexend Deca"/>
              </a:rPr>
              <a:t>Roles &amp; responsibilities once Claude is set up for Kingspan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98448"/>
            <a:ext cx="2011680" cy="402336"/>
          </a:xfrm>
          <a:prstGeom prst="rect">
            <a:avLst/>
          </a:prstGeom>
          <a:solidFill>
            <a:srgbClr val="4C00B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362456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Lexend Deca"/>
              </a:rPr>
              <a:t>1. PREPARE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755648"/>
            <a:ext cx="2011680" cy="457200"/>
          </a:xfrm>
          <a:prstGeom prst="rect">
            <a:avLst/>
          </a:prstGeom>
          <a:solidFill>
            <a:srgbClr val="C5ED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810512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0000"/>
                </a:solidFill>
                <a:latin typeface="Lexend Deca"/>
              </a:rPr>
              <a:t>Kingspan product expert</a:t>
            </a:r>
          </a:p>
        </p:txBody>
      </p:sp>
      <p:sp>
        <p:nvSpPr>
          <p:cNvPr id="10" name="Oval 9"/>
          <p:cNvSpPr/>
          <p:nvPr/>
        </p:nvSpPr>
        <p:spPr>
          <a:xfrm>
            <a:off x="557784" y="2386584"/>
            <a:ext cx="91440" cy="91440"/>
          </a:xfrm>
          <a:prstGeom prst="ellipse">
            <a:avLst/>
          </a:prstGeom>
          <a:solidFill>
            <a:srgbClr val="FF006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2350008"/>
            <a:ext cx="17556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55555"/>
                </a:solidFill>
                <a:latin typeface="Lexend Deca"/>
              </a:rPr>
              <a:t>Provides product Excel / source data</a:t>
            </a:r>
          </a:p>
        </p:txBody>
      </p:sp>
      <p:sp>
        <p:nvSpPr>
          <p:cNvPr id="12" name="Oval 11"/>
          <p:cNvSpPr/>
          <p:nvPr/>
        </p:nvSpPr>
        <p:spPr>
          <a:xfrm>
            <a:off x="557784" y="2862072"/>
            <a:ext cx="91440" cy="91440"/>
          </a:xfrm>
          <a:prstGeom prst="ellipse">
            <a:avLst/>
          </a:prstGeom>
          <a:solidFill>
            <a:srgbClr val="FF006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04088" y="2825496"/>
            <a:ext cx="17556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55555"/>
                </a:solidFill>
                <a:latin typeface="Lexend Deca"/>
              </a:rPr>
              <a:t>Confirms business rules &amp; valid combinations</a:t>
            </a:r>
          </a:p>
        </p:txBody>
      </p:sp>
      <p:sp>
        <p:nvSpPr>
          <p:cNvPr id="14" name="Oval 13"/>
          <p:cNvSpPr/>
          <p:nvPr/>
        </p:nvSpPr>
        <p:spPr>
          <a:xfrm>
            <a:off x="557784" y="3337560"/>
            <a:ext cx="91440" cy="91440"/>
          </a:xfrm>
          <a:prstGeom prst="ellipse">
            <a:avLst/>
          </a:prstGeom>
          <a:solidFill>
            <a:srgbClr val="FF006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04088" y="3300984"/>
            <a:ext cx="17556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55555"/>
                </a:solidFill>
                <a:latin typeface="Lexend Deca"/>
              </a:rPr>
              <a:t>Owns product correctness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96312" y="1408176"/>
            <a:ext cx="1463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C00B1"/>
                </a:solidFill>
                <a:latin typeface="Lexend Deca"/>
              </a:rPr>
              <a:t>▶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624328" y="1298448"/>
            <a:ext cx="2011680" cy="402336"/>
          </a:xfrm>
          <a:prstGeom prst="rect">
            <a:avLst/>
          </a:prstGeom>
          <a:solidFill>
            <a:srgbClr val="4C00B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624328" y="1362456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Lexend Deca"/>
              </a:rPr>
              <a:t>2. GENERATE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624328" y="1755648"/>
            <a:ext cx="2011680" cy="457200"/>
          </a:xfrm>
          <a:prstGeom prst="rect">
            <a:avLst/>
          </a:prstGeom>
          <a:solidFill>
            <a:srgbClr val="D6EE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624328" y="1810512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0000"/>
                </a:solidFill>
                <a:latin typeface="Lexend Deca"/>
              </a:rPr>
              <a:t>Claude (configured skill)</a:t>
            </a:r>
          </a:p>
        </p:txBody>
      </p:sp>
      <p:sp>
        <p:nvSpPr>
          <p:cNvPr id="21" name="Oval 20"/>
          <p:cNvSpPr/>
          <p:nvPr/>
        </p:nvSpPr>
        <p:spPr>
          <a:xfrm>
            <a:off x="2679192" y="2386584"/>
            <a:ext cx="91440" cy="91440"/>
          </a:xfrm>
          <a:prstGeom prst="ellipse">
            <a:avLst/>
          </a:prstGeom>
          <a:solidFill>
            <a:srgbClr val="FF006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825496" y="2350008"/>
            <a:ext cx="17556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55555"/>
                </a:solidFill>
                <a:latin typeface="Lexend Deca"/>
              </a:rPr>
              <a:t>Reads source data automatically</a:t>
            </a:r>
          </a:p>
        </p:txBody>
      </p:sp>
      <p:sp>
        <p:nvSpPr>
          <p:cNvPr id="23" name="Oval 22"/>
          <p:cNvSpPr/>
          <p:nvPr/>
        </p:nvSpPr>
        <p:spPr>
          <a:xfrm>
            <a:off x="2679192" y="2862072"/>
            <a:ext cx="91440" cy="91440"/>
          </a:xfrm>
          <a:prstGeom prst="ellipse">
            <a:avLst/>
          </a:prstGeom>
          <a:solidFill>
            <a:srgbClr val="FF006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825496" y="2825496"/>
            <a:ext cx="17556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55555"/>
                </a:solidFill>
                <a:latin typeface="Lexend Deca"/>
              </a:rPr>
              <a:t>Generates attributes, CSVs, CML model</a:t>
            </a:r>
          </a:p>
        </p:txBody>
      </p:sp>
      <p:sp>
        <p:nvSpPr>
          <p:cNvPr id="25" name="Oval 24"/>
          <p:cNvSpPr/>
          <p:nvPr/>
        </p:nvSpPr>
        <p:spPr>
          <a:xfrm>
            <a:off x="2679192" y="3337560"/>
            <a:ext cx="91440" cy="91440"/>
          </a:xfrm>
          <a:prstGeom prst="ellipse">
            <a:avLst/>
          </a:prstGeom>
          <a:solidFill>
            <a:srgbClr val="FF006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825496" y="3300984"/>
            <a:ext cx="17556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55555"/>
                </a:solidFill>
                <a:latin typeface="Lexend Deca"/>
              </a:rPr>
              <a:t>Pre-computes all calculated outputs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17720" y="1408176"/>
            <a:ext cx="1463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C00B1"/>
                </a:solidFill>
                <a:latin typeface="Lexend Deca"/>
              </a:rPr>
              <a:t>▶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745736" y="1298448"/>
            <a:ext cx="2011680" cy="402336"/>
          </a:xfrm>
          <a:prstGeom prst="rect">
            <a:avLst/>
          </a:prstGeom>
          <a:solidFill>
            <a:srgbClr val="4C00B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745736" y="1362456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Lexend Deca"/>
              </a:rPr>
              <a:t>3. REVIEW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745736" y="1755648"/>
            <a:ext cx="2011680" cy="457200"/>
          </a:xfrm>
          <a:prstGeom prst="rect">
            <a:avLst/>
          </a:prstGeom>
          <a:solidFill>
            <a:srgbClr val="F5F0E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745736" y="1810512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0000"/>
                </a:solidFill>
                <a:latin typeface="Lexend Deca"/>
              </a:rPr>
              <a:t>Nextview RCA consultant</a:t>
            </a:r>
          </a:p>
        </p:txBody>
      </p:sp>
      <p:sp>
        <p:nvSpPr>
          <p:cNvPr id="32" name="Oval 31"/>
          <p:cNvSpPr/>
          <p:nvPr/>
        </p:nvSpPr>
        <p:spPr>
          <a:xfrm>
            <a:off x="4800600" y="2386584"/>
            <a:ext cx="91440" cy="91440"/>
          </a:xfrm>
          <a:prstGeom prst="ellipse">
            <a:avLst/>
          </a:prstGeom>
          <a:solidFill>
            <a:srgbClr val="FF006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946904" y="2350008"/>
            <a:ext cx="17556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55555"/>
                </a:solidFill>
                <a:latin typeface="Lexend Deca"/>
              </a:rPr>
              <a:t>Validates CML &amp; import files</a:t>
            </a:r>
          </a:p>
        </p:txBody>
      </p:sp>
      <p:sp>
        <p:nvSpPr>
          <p:cNvPr id="34" name="Oval 33"/>
          <p:cNvSpPr/>
          <p:nvPr/>
        </p:nvSpPr>
        <p:spPr>
          <a:xfrm>
            <a:off x="4800600" y="2862072"/>
            <a:ext cx="91440" cy="91440"/>
          </a:xfrm>
          <a:prstGeom prst="ellipse">
            <a:avLst/>
          </a:prstGeom>
          <a:solidFill>
            <a:srgbClr val="FF006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946904" y="2825496"/>
            <a:ext cx="17556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55555"/>
                </a:solidFill>
                <a:latin typeface="Lexend Deca"/>
              </a:rPr>
              <a:t>Runs sandbox load + regression test</a:t>
            </a:r>
          </a:p>
        </p:txBody>
      </p:sp>
      <p:sp>
        <p:nvSpPr>
          <p:cNvPr id="36" name="Oval 35"/>
          <p:cNvSpPr/>
          <p:nvPr/>
        </p:nvSpPr>
        <p:spPr>
          <a:xfrm>
            <a:off x="4800600" y="3337560"/>
            <a:ext cx="91440" cy="91440"/>
          </a:xfrm>
          <a:prstGeom prst="ellipse">
            <a:avLst/>
          </a:prstGeom>
          <a:solidFill>
            <a:srgbClr val="FF006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946904" y="3300984"/>
            <a:ext cx="17556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55555"/>
                </a:solidFill>
                <a:latin typeface="Lexend Deca"/>
              </a:rPr>
              <a:t>Approves for production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39128" y="1408176"/>
            <a:ext cx="1463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C00B1"/>
                </a:solidFill>
                <a:latin typeface="Lexend Deca"/>
              </a:rPr>
              <a:t>▶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867144" y="1298448"/>
            <a:ext cx="2011680" cy="402336"/>
          </a:xfrm>
          <a:prstGeom prst="rect">
            <a:avLst/>
          </a:prstGeom>
          <a:solidFill>
            <a:srgbClr val="4C00B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867144" y="1362456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Lexend Deca"/>
              </a:rPr>
              <a:t>4. OPERATE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867144" y="1755648"/>
            <a:ext cx="2011680" cy="457200"/>
          </a:xfrm>
          <a:prstGeom prst="rect">
            <a:avLst/>
          </a:prstGeom>
          <a:solidFill>
            <a:srgbClr val="C5ED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867144" y="1810512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0000"/>
                </a:solidFill>
                <a:latin typeface="Lexend Deca"/>
              </a:rPr>
              <a:t>Salesforce admin / IT</a:t>
            </a:r>
          </a:p>
        </p:txBody>
      </p:sp>
      <p:sp>
        <p:nvSpPr>
          <p:cNvPr id="43" name="Oval 42"/>
          <p:cNvSpPr/>
          <p:nvPr/>
        </p:nvSpPr>
        <p:spPr>
          <a:xfrm>
            <a:off x="6922008" y="2386584"/>
            <a:ext cx="91440" cy="91440"/>
          </a:xfrm>
          <a:prstGeom prst="ellipse">
            <a:avLst/>
          </a:prstGeom>
          <a:solidFill>
            <a:srgbClr val="FF006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068312" y="2350008"/>
            <a:ext cx="17556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55555"/>
                </a:solidFill>
                <a:latin typeface="Lexend Deca"/>
              </a:rPr>
              <a:t>Activates model in production</a:t>
            </a:r>
          </a:p>
        </p:txBody>
      </p:sp>
      <p:sp>
        <p:nvSpPr>
          <p:cNvPr id="45" name="Oval 44"/>
          <p:cNvSpPr/>
          <p:nvPr/>
        </p:nvSpPr>
        <p:spPr>
          <a:xfrm>
            <a:off x="6922008" y="2862072"/>
            <a:ext cx="91440" cy="91440"/>
          </a:xfrm>
          <a:prstGeom prst="ellipse">
            <a:avLst/>
          </a:prstGeom>
          <a:solidFill>
            <a:srgbClr val="FF006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068312" y="2825496"/>
            <a:ext cx="17556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55555"/>
                </a:solidFill>
                <a:latin typeface="Lexend Deca"/>
              </a:rPr>
              <a:t>Maintains version control</a:t>
            </a:r>
          </a:p>
        </p:txBody>
      </p:sp>
      <p:sp>
        <p:nvSpPr>
          <p:cNvPr id="47" name="Oval 46"/>
          <p:cNvSpPr/>
          <p:nvPr/>
        </p:nvSpPr>
        <p:spPr>
          <a:xfrm>
            <a:off x="6922008" y="3337560"/>
            <a:ext cx="91440" cy="91440"/>
          </a:xfrm>
          <a:prstGeom prst="ellipse">
            <a:avLst/>
          </a:prstGeom>
          <a:solidFill>
            <a:srgbClr val="FF006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068312" y="3300984"/>
            <a:ext cx="17556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55555"/>
                </a:solidFill>
                <a:latin typeface="Lexend Deca"/>
              </a:rPr>
              <a:t>Monitors quality over time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02920" y="3611880"/>
            <a:ext cx="8321040" cy="502920"/>
          </a:xfrm>
          <a:prstGeom prst="rect">
            <a:avLst/>
          </a:prstGeom>
          <a:solidFill>
            <a:srgbClr val="D6EE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40080" y="3675887"/>
            <a:ext cx="8138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4C00B1"/>
                </a:solidFill>
                <a:latin typeface="Lexend Deca"/>
              </a:rPr>
              <a:t>Key principle:  Claude does the volume work · the human owns the decisions. Product correctness stays with Kingspan; technical quality stays with Nextview.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02920" y="4279392"/>
            <a:ext cx="8321040" cy="438912"/>
          </a:xfrm>
          <a:prstGeom prst="rect">
            <a:avLst/>
          </a:prstGeom>
          <a:solidFill>
            <a:srgbClr val="4C00B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40080" y="4343400"/>
            <a:ext cx="8138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Lexend Deca"/>
              </a:rPr>
              <a:t>Set up once (skill + templates + governance) → every future product follows the same fast, repeatable, auditable path.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8321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0065"/>
                </a:solidFill>
                <a:latin typeface="Lexend Deca"/>
              </a:rPr>
              <a:t>4 · Cost &amp; time per product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83210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0000"/>
                </a:solidFill>
                <a:latin typeface="Lexend Deca"/>
              </a:rPr>
              <a:t>High-level averages for an upload or update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371600"/>
            <a:ext cx="2606040" cy="2377440"/>
          </a:xfrm>
          <a:prstGeom prst="rect">
            <a:avLst/>
          </a:prstGeom>
          <a:solidFill>
            <a:srgbClr val="C5ED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508760"/>
            <a:ext cx="2606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4C00B1"/>
                </a:solidFill>
                <a:latin typeface="Lexend Deca"/>
              </a:rPr>
              <a:t>New product
onboarding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148840"/>
            <a:ext cx="2606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000000"/>
                </a:solidFill>
                <a:latin typeface="Lexend Deca"/>
              </a:rPr>
              <a:t>~3–4 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633472"/>
            <a:ext cx="2606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555555"/>
                </a:solidFill>
                <a:latin typeface="Lexend Deca"/>
              </a:rPr>
              <a:t>time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834640"/>
            <a:ext cx="2606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0065"/>
                </a:solidFill>
                <a:latin typeface="Lexend Deca"/>
              </a:rPr>
              <a:t>~€300–600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246119"/>
            <a:ext cx="2331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555555"/>
                </a:solidFill>
                <a:latin typeface="Lexend Deca"/>
              </a:rPr>
              <a:t>First load: attributes, picklists, CML, CSVs, validation.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19272" y="1371600"/>
            <a:ext cx="2606040" cy="2377440"/>
          </a:xfrm>
          <a:prstGeom prst="rect">
            <a:avLst/>
          </a:prstGeom>
          <a:solidFill>
            <a:srgbClr val="D6EEF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19272" y="1508760"/>
            <a:ext cx="2606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4C00B1"/>
                </a:solidFill>
                <a:latin typeface="Lexend Deca"/>
              </a:rPr>
              <a:t>Product
update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19272" y="2148840"/>
            <a:ext cx="2606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000000"/>
                </a:solidFill>
                <a:latin typeface="Lexend Deca"/>
              </a:rPr>
              <a:t>~1–2 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19272" y="2633472"/>
            <a:ext cx="2606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555555"/>
                </a:solidFill>
                <a:latin typeface="Lexend Deca"/>
              </a:rPr>
              <a:t>time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19272" y="2834640"/>
            <a:ext cx="2606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0065"/>
                </a:solidFill>
                <a:latin typeface="Lexend Deca"/>
              </a:rPr>
              <a:t>~€100–250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56432" y="3246119"/>
            <a:ext cx="2331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555555"/>
                </a:solidFill>
                <a:latin typeface="Lexend Deca"/>
              </a:rPr>
              <a:t>Change attributes, add options, adjust rules on an existing product.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35624" y="1371600"/>
            <a:ext cx="2606040" cy="2377440"/>
          </a:xfrm>
          <a:prstGeom prst="rect">
            <a:avLst/>
          </a:prstGeom>
          <a:solidFill>
            <a:srgbClr val="F5F0E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35624" y="1508760"/>
            <a:ext cx="2606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4C00B1"/>
                </a:solidFill>
                <a:latin typeface="Lexend Deca"/>
              </a:rPr>
              <a:t>AI credit cost
(per session)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35624" y="2148840"/>
            <a:ext cx="2606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000000"/>
                </a:solidFill>
                <a:latin typeface="Lexend Deca"/>
              </a:rPr>
              <a:t>~€20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35624" y="2633472"/>
            <a:ext cx="2606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555555"/>
                </a:solidFill>
                <a:latin typeface="Lexend Deca"/>
              </a:rPr>
              <a:t>time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35624" y="2834640"/>
            <a:ext cx="2606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0065"/>
                </a:solidFill>
                <a:latin typeface="Lexend Deca"/>
              </a:rPr>
              <a:t>per run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72784" y="3246119"/>
            <a:ext cx="2331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555555"/>
                </a:solidFill>
                <a:latin typeface="Lexend Deca"/>
              </a:rPr>
              <a:t>Direct Claude usage cost — small vs. the consultant time it saves.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4279392"/>
            <a:ext cx="8321040" cy="438912"/>
          </a:xfrm>
          <a:prstGeom prst="rect">
            <a:avLst/>
          </a:prstGeom>
          <a:solidFill>
            <a:srgbClr val="4C00B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4343400"/>
            <a:ext cx="8138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Lexend Deca"/>
              </a:rPr>
              <a:t>Indicative only · excludes one-off setup and any custom Apex (e.g. weight table). Compare to ~3 days / ~€3,000–5,000 for fully manual onboarding.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8321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0065"/>
                </a:solidFill>
                <a:latin typeface="Lexend Deca"/>
              </a:rPr>
              <a:t>5 · Live demo proposal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83210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0000"/>
                </a:solidFill>
                <a:latin typeface="Lexend Deca"/>
              </a:rPr>
              <a:t>Yes — we can build a skill and run a timed test live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98448"/>
            <a:ext cx="3931920" cy="2788920"/>
          </a:xfrm>
          <a:prstGeom prst="rect">
            <a:avLst/>
          </a:prstGeom>
          <a:solidFill>
            <a:srgbClr val="C5ED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41732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C00B1"/>
                </a:solidFill>
                <a:latin typeface="Lexend Deca"/>
              </a:rPr>
              <a:t>WHAT WE'D SHOW LIVE</a:t>
            </a:r>
          </a:p>
        </p:txBody>
      </p:sp>
      <p:sp>
        <p:nvSpPr>
          <p:cNvPr id="8" name="Oval 7"/>
          <p:cNvSpPr/>
          <p:nvPr/>
        </p:nvSpPr>
        <p:spPr>
          <a:xfrm>
            <a:off x="713232" y="1828800"/>
            <a:ext cx="100584" cy="100584"/>
          </a:xfrm>
          <a:prstGeom prst="ellipse">
            <a:avLst/>
          </a:prstGeom>
          <a:solidFill>
            <a:srgbClr val="FF006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78308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0000"/>
                </a:solidFill>
                <a:latin typeface="Lexend Deca"/>
              </a:rPr>
              <a:t>Take a real Kingspan product Excel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2194560"/>
            <a:ext cx="100584" cy="100584"/>
          </a:xfrm>
          <a:prstGeom prst="ellipse">
            <a:avLst/>
          </a:prstGeom>
          <a:solidFill>
            <a:srgbClr val="FF006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214884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0000"/>
                </a:solidFill>
                <a:latin typeface="Lexend Deca"/>
              </a:rPr>
              <a:t>Create a reusable Claude skill for it on the spot</a:t>
            </a:r>
          </a:p>
        </p:txBody>
      </p:sp>
      <p:sp>
        <p:nvSpPr>
          <p:cNvPr id="12" name="Oval 11"/>
          <p:cNvSpPr/>
          <p:nvPr/>
        </p:nvSpPr>
        <p:spPr>
          <a:xfrm>
            <a:off x="713232" y="2560320"/>
            <a:ext cx="100584" cy="100584"/>
          </a:xfrm>
          <a:prstGeom prst="ellipse">
            <a:avLst/>
          </a:prstGeom>
          <a:solidFill>
            <a:srgbClr val="FF006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251460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0000"/>
                </a:solidFill>
                <a:latin typeface="Lexend Deca"/>
              </a:rPr>
              <a:t>Generate attributes, picklists &amp; import files</a:t>
            </a:r>
          </a:p>
        </p:txBody>
      </p:sp>
      <p:sp>
        <p:nvSpPr>
          <p:cNvPr id="14" name="Oval 13"/>
          <p:cNvSpPr/>
          <p:nvPr/>
        </p:nvSpPr>
        <p:spPr>
          <a:xfrm>
            <a:off x="713232" y="2926080"/>
            <a:ext cx="100584" cy="100584"/>
          </a:xfrm>
          <a:prstGeom prst="ellipse">
            <a:avLst/>
          </a:prstGeom>
          <a:solidFill>
            <a:srgbClr val="FF006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288036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0000"/>
                </a:solidFill>
                <a:latin typeface="Lexend Deca"/>
              </a:rPr>
              <a:t>Build &amp; validate the CML constraint model</a:t>
            </a:r>
          </a:p>
        </p:txBody>
      </p:sp>
      <p:sp>
        <p:nvSpPr>
          <p:cNvPr id="16" name="Oval 15"/>
          <p:cNvSpPr/>
          <p:nvPr/>
        </p:nvSpPr>
        <p:spPr>
          <a:xfrm>
            <a:off x="713232" y="3291840"/>
            <a:ext cx="100584" cy="100584"/>
          </a:xfrm>
          <a:prstGeom prst="ellipse">
            <a:avLst/>
          </a:prstGeom>
          <a:solidFill>
            <a:srgbClr val="FF006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324612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0000"/>
                </a:solidFill>
                <a:latin typeface="Lexend Deca"/>
              </a:rPr>
              <a:t>Start a stopwatch — measure end-to-end time</a:t>
            </a:r>
          </a:p>
        </p:txBody>
      </p:sp>
      <p:sp>
        <p:nvSpPr>
          <p:cNvPr id="18" name="Oval 17"/>
          <p:cNvSpPr/>
          <p:nvPr/>
        </p:nvSpPr>
        <p:spPr>
          <a:xfrm>
            <a:off x="713232" y="3657600"/>
            <a:ext cx="100584" cy="100584"/>
          </a:xfrm>
          <a:prstGeom prst="ellipse">
            <a:avLst/>
          </a:prstGeom>
          <a:solidFill>
            <a:srgbClr val="FF006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2" y="361188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0000"/>
                </a:solidFill>
                <a:latin typeface="Lexend Deca"/>
              </a:rPr>
              <a:t>Show the configured product validating live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681728" y="1298448"/>
            <a:ext cx="3977639" cy="2788920"/>
          </a:xfrm>
          <a:prstGeom prst="rect">
            <a:avLst/>
          </a:prstGeom>
          <a:solidFill>
            <a:srgbClr val="F5F0E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864608" y="141732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C00B1"/>
                </a:solidFill>
                <a:latin typeface="Lexend Deca"/>
              </a:rPr>
              <a:t>SUGGESTED 45-MINUTE SESSION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864608" y="1810512"/>
            <a:ext cx="1051560" cy="365760"/>
          </a:xfrm>
          <a:prstGeom prst="rect">
            <a:avLst/>
          </a:prstGeom>
          <a:solidFill>
            <a:srgbClr val="4C00B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64608" y="1865376"/>
            <a:ext cx="1051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Lexend Deca"/>
              </a:rPr>
              <a:t>0–5 min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35040" y="1856232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  <a:latin typeface="Lexend Deca"/>
              </a:rPr>
              <a:t>Pick a product &amp; set the goal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864608" y="2267712"/>
            <a:ext cx="1051560" cy="365760"/>
          </a:xfrm>
          <a:prstGeom prst="rect">
            <a:avLst/>
          </a:prstGeom>
          <a:solidFill>
            <a:srgbClr val="4C00B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864608" y="2322576"/>
            <a:ext cx="1051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Lexend Deca"/>
              </a:rPr>
              <a:t>5–15 min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35040" y="2313432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  <a:latin typeface="Lexend Deca"/>
              </a:rPr>
              <a:t>Build the Claude skill together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864608" y="2724912"/>
            <a:ext cx="1051560" cy="365760"/>
          </a:xfrm>
          <a:prstGeom prst="rect">
            <a:avLst/>
          </a:prstGeom>
          <a:solidFill>
            <a:srgbClr val="4C00B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864608" y="2779776"/>
            <a:ext cx="1051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Lexend Deca"/>
              </a:rPr>
              <a:t>15–30 min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35040" y="2770632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  <a:latin typeface="Lexend Deca"/>
              </a:rPr>
              <a:t>Generate files + CML — clock running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864608" y="3182112"/>
            <a:ext cx="1051560" cy="365760"/>
          </a:xfrm>
          <a:prstGeom prst="rect">
            <a:avLst/>
          </a:prstGeom>
          <a:solidFill>
            <a:srgbClr val="4C00B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864608" y="3236976"/>
            <a:ext cx="1051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Lexend Deca"/>
              </a:rPr>
              <a:t>30–40 min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035040" y="3227832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  <a:latin typeface="Lexend Deca"/>
              </a:rPr>
              <a:t>Load to sandbox &amp; validate output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864608" y="3639312"/>
            <a:ext cx="1051560" cy="365760"/>
          </a:xfrm>
          <a:prstGeom prst="rect">
            <a:avLst/>
          </a:prstGeom>
          <a:solidFill>
            <a:srgbClr val="4C00B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864608" y="3694176"/>
            <a:ext cx="1051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Lexend Deca"/>
              </a:rPr>
              <a:t>40–45 min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035040" y="3685032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0000"/>
                </a:solidFill>
                <a:latin typeface="Lexend Deca"/>
              </a:rPr>
              <a:t>Compare measured time vs manual estimate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02920" y="4279392"/>
            <a:ext cx="8321040" cy="438912"/>
          </a:xfrm>
          <a:prstGeom prst="rect">
            <a:avLst/>
          </a:prstGeom>
          <a:solidFill>
            <a:srgbClr val="FF006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" y="4343400"/>
            <a:ext cx="8138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Lexend Deca"/>
              </a:rPr>
              <a:t>Proposed next step: a live 45-minute working session with a Kingspan product and a real stopwatch.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8321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0065"/>
                </a:solidFill>
                <a:latin typeface="Lexend Deca"/>
              </a:rPr>
              <a:t>6 · Claude vs Copilot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75488"/>
            <a:ext cx="83210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0000"/>
                </a:solidFill>
                <a:latin typeface="Lexend Deca"/>
              </a:rPr>
              <a:t>Can Copilot do the same? Complementary, not competing.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152144"/>
            <a:ext cx="3493008" cy="438912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225296"/>
            <a:ext cx="349300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Lexend Deca"/>
              </a:rPr>
              <a:t>Microsoft Copilot (M365)</a:t>
            </a:r>
          </a:p>
        </p:txBody>
      </p:sp>
      <p:sp>
        <p:nvSpPr>
          <p:cNvPr id="8" name="Rectangle 7"/>
          <p:cNvSpPr/>
          <p:nvPr/>
        </p:nvSpPr>
        <p:spPr>
          <a:xfrm>
            <a:off x="4681728" y="1152144"/>
            <a:ext cx="3493008" cy="438912"/>
          </a:xfrm>
          <a:prstGeom prst="rect">
            <a:avLst/>
          </a:prstGeom>
          <a:solidFill>
            <a:srgbClr val="CC785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81728" y="1225296"/>
            <a:ext cx="349300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Lexend Deca"/>
              </a:rPr>
              <a:t>Claude (Anthropic)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77639" y="1645920"/>
            <a:ext cx="658368" cy="365760"/>
          </a:xfrm>
          <a:prstGeom prst="rect">
            <a:avLst/>
          </a:prstGeom>
          <a:solidFill>
            <a:srgbClr val="4C00B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977639" y="1664208"/>
            <a:ext cx="6583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1" i="0">
                <a:solidFill>
                  <a:srgbClr val="FFFFFF"/>
                </a:solidFill>
                <a:latin typeface="Lexend Deca"/>
              </a:rPr>
              <a:t>Read Excel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1645920"/>
            <a:ext cx="3438144" cy="365760"/>
          </a:xfrm>
          <a:prstGeom prst="rect">
            <a:avLst/>
          </a:prstGeom>
          <a:solidFill>
            <a:srgbClr val="F5F0E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76072" y="1682496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C000"/>
                </a:solidFill>
                <a:latin typeface="Lexend Deca"/>
              </a:rPr>
              <a:t>~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1700784"/>
            <a:ext cx="3063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55555"/>
                </a:solidFill>
                <a:latin typeface="Lexend Deca"/>
              </a:rPr>
              <a:t>Summarises tabs &amp; formulas in chat.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681728" y="1645920"/>
            <a:ext cx="3438144" cy="365760"/>
          </a:xfrm>
          <a:prstGeom prst="rect">
            <a:avLst/>
          </a:prstGeom>
          <a:solidFill>
            <a:srgbClr val="F5F0E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54880" y="1682496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B050"/>
                </a:solidFill>
                <a:latin typeface="Lexend Deca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01768" y="1700784"/>
            <a:ext cx="3063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55555"/>
                </a:solidFill>
                <a:latin typeface="Lexend Deca"/>
              </a:rPr>
              <a:t>Reads &amp; executes formulas programmatically.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977639" y="2011680"/>
            <a:ext cx="658368" cy="365760"/>
          </a:xfrm>
          <a:prstGeom prst="rect">
            <a:avLst/>
          </a:prstGeom>
          <a:solidFill>
            <a:srgbClr val="4C00B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977639" y="2029968"/>
            <a:ext cx="6583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1" i="0">
                <a:solidFill>
                  <a:srgbClr val="FFFFFF"/>
                </a:solidFill>
                <a:latin typeface="Lexend Deca"/>
              </a:rPr>
              <a:t>Create real files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2011680"/>
            <a:ext cx="3438144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76072" y="2048256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0065"/>
                </a:solidFill>
                <a:latin typeface="Lexend Deca"/>
              </a:rPr>
              <a:t>✗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2066544"/>
            <a:ext cx="3063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55555"/>
                </a:solidFill>
                <a:latin typeface="Lexend Deca"/>
              </a:rPr>
              <a:t>Drafts text only — no downloadable files.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681728" y="2011680"/>
            <a:ext cx="3438144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54880" y="2048256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B050"/>
                </a:solidFill>
                <a:latin typeface="Lexend Deca"/>
              </a:rP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01768" y="2066544"/>
            <a:ext cx="3063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55555"/>
                </a:solidFill>
                <a:latin typeface="Lexend Deca"/>
              </a:rPr>
              <a:t>Creates real .csv / .xlsx via code execution.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977639" y="2377440"/>
            <a:ext cx="658368" cy="365760"/>
          </a:xfrm>
          <a:prstGeom prst="rect">
            <a:avLst/>
          </a:prstGeom>
          <a:solidFill>
            <a:srgbClr val="4C00B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977639" y="2395728"/>
            <a:ext cx="6583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1" i="0">
                <a:solidFill>
                  <a:srgbClr val="FFFFFF"/>
                </a:solidFill>
                <a:latin typeface="Lexend Deca"/>
              </a:rPr>
              <a:t>Write &amp; test CML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2920" y="2377440"/>
            <a:ext cx="3438144" cy="365760"/>
          </a:xfrm>
          <a:prstGeom prst="rect">
            <a:avLst/>
          </a:prstGeom>
          <a:solidFill>
            <a:srgbClr val="F5F0E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76072" y="2414016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C000"/>
                </a:solidFill>
                <a:latin typeface="Lexend Deca"/>
              </a:rPr>
              <a:t>~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" y="2432304"/>
            <a:ext cx="3063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55555"/>
                </a:solidFill>
                <a:latin typeface="Lexend Deca"/>
              </a:rPr>
              <a:t>Writes text; cannot run or iterate.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681728" y="2377440"/>
            <a:ext cx="3438144" cy="365760"/>
          </a:xfrm>
          <a:prstGeom prst="rect">
            <a:avLst/>
          </a:prstGeom>
          <a:solidFill>
            <a:srgbClr val="F5F0E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754880" y="2414016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B050"/>
                </a:solidFill>
                <a:latin typeface="Lexend Deca"/>
              </a:rPr>
              <a:t>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01768" y="2432304"/>
            <a:ext cx="3063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55555"/>
                </a:solidFill>
                <a:latin typeface="Lexend Deca"/>
              </a:rPr>
              <a:t>Writes, runs, diagnoses errors, corrects.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977639" y="2743200"/>
            <a:ext cx="658368" cy="365760"/>
          </a:xfrm>
          <a:prstGeom prst="rect">
            <a:avLst/>
          </a:prstGeom>
          <a:solidFill>
            <a:srgbClr val="4C00B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977639" y="2761488"/>
            <a:ext cx="6583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1" i="0">
                <a:solidFill>
                  <a:srgbClr val="FFFFFF"/>
                </a:solidFill>
                <a:latin typeface="Lexend Deca"/>
              </a:rPr>
              <a:t>Pre-compute 5,236 rows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2920" y="2743200"/>
            <a:ext cx="3438144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76072" y="2779776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0065"/>
                </a:solidFill>
                <a:latin typeface="Lexend Deca"/>
              </a:rPr>
              <a:t>✗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2960" y="2798064"/>
            <a:ext cx="3063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55555"/>
                </a:solidFill>
                <a:latin typeface="Lexend Deca"/>
              </a:rPr>
              <a:t>No code execution — manual copy.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681728" y="2743200"/>
            <a:ext cx="3438144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754880" y="2779776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B050"/>
                </a:solidFill>
                <a:latin typeface="Lexend Deca"/>
              </a:rPr>
              <a:t>✓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001768" y="2798064"/>
            <a:ext cx="3063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55555"/>
                </a:solidFill>
                <a:latin typeface="Lexend Deca"/>
              </a:rPr>
              <a:t>Runs Python, generates all rows in seconds.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977639" y="3108960"/>
            <a:ext cx="658368" cy="365760"/>
          </a:xfrm>
          <a:prstGeom prst="rect">
            <a:avLst/>
          </a:prstGeom>
          <a:solidFill>
            <a:srgbClr val="4C00B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977639" y="3127248"/>
            <a:ext cx="6583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1" i="0">
                <a:solidFill>
                  <a:srgbClr val="FFFFFF"/>
                </a:solidFill>
                <a:latin typeface="Lexend Deca"/>
              </a:rPr>
              <a:t>Iterate on errors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02920" y="3108960"/>
            <a:ext cx="3438144" cy="365760"/>
          </a:xfrm>
          <a:prstGeom prst="rect">
            <a:avLst/>
          </a:prstGeom>
          <a:solidFill>
            <a:srgbClr val="F5F0E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76072" y="3145536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C000"/>
                </a:solidFill>
                <a:latin typeface="Lexend Deca"/>
              </a:rPr>
              <a:t>~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22960" y="3163824"/>
            <a:ext cx="3063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55555"/>
                </a:solidFill>
                <a:latin typeface="Lexend Deca"/>
              </a:rPr>
              <a:t>Chat tips; context resets.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681728" y="3108960"/>
            <a:ext cx="3438144" cy="365760"/>
          </a:xfrm>
          <a:prstGeom prst="rect">
            <a:avLst/>
          </a:prstGeom>
          <a:solidFill>
            <a:srgbClr val="F5F0E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754880" y="3145536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B050"/>
                </a:solidFill>
                <a:latin typeface="Lexend Deca"/>
              </a:rPr>
              <a:t>✓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001768" y="3163824"/>
            <a:ext cx="3063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55555"/>
                </a:solidFill>
                <a:latin typeface="Lexend Deca"/>
              </a:rPr>
              <a:t>Full context kept; precise fixes.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977639" y="3474720"/>
            <a:ext cx="658368" cy="365760"/>
          </a:xfrm>
          <a:prstGeom prst="rect">
            <a:avLst/>
          </a:prstGeom>
          <a:solidFill>
            <a:srgbClr val="4C00B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977639" y="3493008"/>
            <a:ext cx="6583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1" i="0">
                <a:solidFill>
                  <a:srgbClr val="FFFFFF"/>
                </a:solidFill>
                <a:latin typeface="Lexend Deca"/>
              </a:rPr>
              <a:t>M365 / Teams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02920" y="3474720"/>
            <a:ext cx="3438144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76072" y="3511296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B050"/>
                </a:solidFill>
                <a:latin typeface="Lexend Deca"/>
              </a:rPr>
              <a:t>✓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22960" y="3529584"/>
            <a:ext cx="3063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55555"/>
                </a:solidFill>
                <a:latin typeface="Lexend Deca"/>
              </a:rPr>
              <a:t>Native — mail, calendar, SharePoint.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681728" y="3474720"/>
            <a:ext cx="3438144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754880" y="3511296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C000"/>
                </a:solidFill>
                <a:latin typeface="Lexend Deca"/>
              </a:rPr>
              <a:t>~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001768" y="3529584"/>
            <a:ext cx="3063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55555"/>
                </a:solidFill>
                <a:latin typeface="Lexend Deca"/>
              </a:rPr>
              <a:t>No native M365 access.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977639" y="3840480"/>
            <a:ext cx="658368" cy="365760"/>
          </a:xfrm>
          <a:prstGeom prst="rect">
            <a:avLst/>
          </a:prstGeom>
          <a:solidFill>
            <a:srgbClr val="4C00B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3977639" y="3858768"/>
            <a:ext cx="6583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1" i="0">
                <a:solidFill>
                  <a:srgbClr val="FFFFFF"/>
                </a:solidFill>
                <a:latin typeface="Lexend Deca"/>
              </a:rPr>
              <a:t>Already in your org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02920" y="3840480"/>
            <a:ext cx="3438144" cy="365760"/>
          </a:xfrm>
          <a:prstGeom prst="rect">
            <a:avLst/>
          </a:prstGeom>
          <a:solidFill>
            <a:srgbClr val="F5F0E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76072" y="3877056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B050"/>
                </a:solidFill>
                <a:latin typeface="Lexend Deca"/>
              </a:rPr>
              <a:t>✓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22960" y="3895344"/>
            <a:ext cx="3063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55555"/>
                </a:solidFill>
                <a:latin typeface="Lexend Deca"/>
              </a:rPr>
              <a:t>Licensed, familiar, IT-approved.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681728" y="3840480"/>
            <a:ext cx="3438144" cy="365760"/>
          </a:xfrm>
          <a:prstGeom prst="rect">
            <a:avLst/>
          </a:prstGeom>
          <a:solidFill>
            <a:srgbClr val="F5F0E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754880" y="3877056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C000"/>
                </a:solidFill>
                <a:latin typeface="Lexend Deca"/>
              </a:rPr>
              <a:t>~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001768" y="3895344"/>
            <a:ext cx="3063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55555"/>
                </a:solidFill>
                <a:latin typeface="Lexend Deca"/>
              </a:rPr>
              <a:t>Separate subscription &amp; onboarding.</a:t>
            </a:r>
          </a:p>
        </p:txBody>
      </p:sp>
      <p:sp>
        <p:nvSpPr>
          <p:cNvPr id="66" name="Rectangle 65"/>
          <p:cNvSpPr/>
          <p:nvPr/>
        </p:nvSpPr>
        <p:spPr>
          <a:xfrm>
            <a:off x="502920" y="4251960"/>
            <a:ext cx="3493008" cy="420624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594360" y="4306824"/>
            <a:ext cx="331012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Lexend Deca"/>
              </a:rPr>
              <a:t>Best for  →  daily M365 tasks, email, meeting summaries.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681728" y="4251960"/>
            <a:ext cx="3493008" cy="420624"/>
          </a:xfrm>
          <a:prstGeom prst="rect">
            <a:avLst/>
          </a:prstGeom>
          <a:solidFill>
            <a:srgbClr val="CC785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4773168" y="4306824"/>
            <a:ext cx="331012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Lexend Deca"/>
              </a:rPr>
              <a:t>Best for  →  data transformation, file generation, CML/code authoring.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C5CB672AF67F44D950DBE54A5A52241" ma:contentTypeVersion="17" ma:contentTypeDescription="Create a new document." ma:contentTypeScope="" ma:versionID="1757fad67ccba543cf071e268e2ef806">
  <xsd:schema xmlns:xsd="http://www.w3.org/2001/XMLSchema" xmlns:xs="http://www.w3.org/2001/XMLSchema" xmlns:p="http://schemas.microsoft.com/office/2006/metadata/properties" xmlns:ns2="05e8a59d-3a81-4b74-849a-9f125a18a5d5" xmlns:ns3="52217aa2-56c0-4537-a16b-21b948960df3" targetNamespace="http://schemas.microsoft.com/office/2006/metadata/properties" ma:root="true" ma:fieldsID="3406f66a34ebb4d667a2549e1a052923" ns2:_="" ns3:_="">
    <xsd:import namespace="05e8a59d-3a81-4b74-849a-9f125a18a5d5"/>
    <xsd:import namespace="52217aa2-56c0-4537-a16b-21b948960df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Location" minOccurs="0"/>
                <xsd:element ref="ns2:MediaServiceObjectDetectorVersions" minOccurs="0"/>
                <xsd:element ref="ns2:MediaServiceSearchProperties" minOccurs="0"/>
                <xsd:element ref="ns2:Statu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5e8a59d-3a81-4b74-849a-9f125a18a5d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1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8a7b3f3f-e5a1-4961-851f-eb29f9d0b86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Status" ma:index="23" nillable="true" ma:displayName="Status" ma:format="Dropdown" ma:internalName="Status">
      <xsd:simpleType>
        <xsd:restriction base="dms:Text">
          <xsd:maxLength value="255"/>
        </xsd:restriction>
      </xsd:simpleType>
    </xsd:element>
    <xsd:element name="MediaServiceBillingMetadata" ma:index="24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2217aa2-56c0-4537-a16b-21b948960df3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8117214b-65a8-4a4a-8087-04c3d591675e}" ma:internalName="TaxCatchAll" ma:showField="CatchAllData" ma:web="52217aa2-56c0-4537-a16b-21b948960df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05e8a59d-3a81-4b74-849a-9f125a18a5d5">
      <Terms xmlns="http://schemas.microsoft.com/office/infopath/2007/PartnerControls"/>
    </lcf76f155ced4ddcb4097134ff3c332f>
    <Status xmlns="05e8a59d-3a81-4b74-849a-9f125a18a5d5" xsi:nil="true"/>
    <TaxCatchAll xmlns="52217aa2-56c0-4537-a16b-21b948960df3" xsi:nil="true"/>
  </documentManagement>
</p:properties>
</file>

<file path=customXml/itemProps1.xml><?xml version="1.0" encoding="utf-8"?>
<ds:datastoreItem xmlns:ds="http://schemas.openxmlformats.org/officeDocument/2006/customXml" ds:itemID="{1FD95C60-A85A-4195-8729-BB5170267460}"/>
</file>

<file path=customXml/itemProps2.xml><?xml version="1.0" encoding="utf-8"?>
<ds:datastoreItem xmlns:ds="http://schemas.openxmlformats.org/officeDocument/2006/customXml" ds:itemID="{3285C427-6DE1-4C6A-835C-233104D61851}"/>
</file>

<file path=customXml/itemProps3.xml><?xml version="1.0" encoding="utf-8"?>
<ds:datastoreItem xmlns:ds="http://schemas.openxmlformats.org/officeDocument/2006/customXml" ds:itemID="{12C3332D-1884-4921-97E6-9886807AE187}"/>
</file>

<file path=docProps/app.xml><?xml version="1.0" encoding="utf-8"?>
<Properties xmlns="http://schemas.openxmlformats.org/officeDocument/2006/extended-properties" xmlns:vt="http://schemas.openxmlformats.org/officeDocument/2006/docPropsVTypes">
  <Application>python-pptx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Nextview Consulting</dc:creator>
  <cp:lastModifiedBy>Nextview Consulting</cp:lastModifiedBy>
  <cp:revision>1</cp:revision>
  <dc:language>en-US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0x0101000C5CB672AF67F44D950DBE54A5A52241</vt:lpwstr>
  </property>
</Properties>
</file>